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2"/>
  </p:sldMasterIdLst>
  <p:notesMasterIdLst>
    <p:notesMasterId r:id="rId34"/>
  </p:notesMasterIdLst>
  <p:handoutMasterIdLst>
    <p:handoutMasterId r:id="rId35"/>
  </p:handout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811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545" autoAdjust="0"/>
  </p:normalViewPr>
  <p:slideViewPr>
    <p:cSldViewPr snapToGrid="0">
      <p:cViewPr varScale="1">
        <p:scale>
          <a:sx n="74" d="100"/>
          <a:sy n="74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customXml" Target="../customXml/item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9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5529D8-29D3-4EF8-AFE4-9B04C334D78A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1049270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Footer</a:t>
            </a:r>
          </a:p>
        </p:txBody>
      </p:sp>
      <p:sp>
        <p:nvSpPr>
          <p:cNvPr id="1049271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E52CC-DD0F-44B3-B13D-E7228EEC80E7}" type="slidenum">
              <a:rPr lang="en-US" smtClean="0"/>
              <a:t>‹#›</a:t>
            </a:fld>
            <a:endParaRPr lang="en-US"/>
          </a:p>
        </p:txBody>
      </p:sp>
      <p:sp>
        <p:nvSpPr>
          <p:cNvPr id="1049272" name="Header Placeholder 5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altLang="zh-CN"/>
              <a:t>Header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63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26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926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altLang="zh-CN"/>
              <a:t>Click to edit Master text styles</a:t>
            </a:r>
            <a:endParaRPr lang="zh-CN" altLang="en-US"/>
          </a:p>
          <a:p>
            <a:pPr lvl="1"/>
            <a:r>
              <a:rPr lang="en-US" altLang="zh-CN"/>
              <a:t>Second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2"/>
            <a:r>
              <a:rPr lang="en-US" altLang="zh-CN"/>
              <a:t>Third</a:t>
            </a:r>
            <a:r>
              <a:rPr lang="zh-CN" altLang="en-US"/>
              <a:t> </a:t>
            </a:r>
            <a:r>
              <a:rPr lang="en-US" altLang="zh-CN"/>
              <a:t>level</a:t>
            </a:r>
            <a:endParaRPr lang="zh-CN" altLang="en-US"/>
          </a:p>
          <a:p>
            <a:pPr lvl="3"/>
            <a:r>
              <a:rPr lang="en-US" altLang="zh-CN"/>
              <a:t>Fourth level</a:t>
            </a:r>
            <a:endParaRPr lang="zh-CN" altLang="en-US"/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104926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104926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3DABDA-89F0-4727-B28F-05A90B0069B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49268" name="Date Placeholder 7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EF805B-254D-4FE1-8316-FEA92B4B8253}" type="datetimeFigureOut">
              <a:rPr lang="en-US" smtClean="0"/>
              <a:t>3/27/2026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9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69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691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14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1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702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20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7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04870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1048709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93DABDA-89F0-4727-B28F-05A90B0069BB}" type="slidenum">
              <a:rPr lang="zh-CN" altLang="en-US" smtClean="0"/>
              <a:t>24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15" name="Title 1"/>
          <p:cNvSpPr>
            <a:spLocks noGrp="1"/>
          </p:cNvSpPr>
          <p:nvPr>
            <p:ph type="ctrTitle"/>
          </p:nvPr>
        </p:nvSpPr>
        <p:spPr>
          <a:xfrm>
            <a:off x="521208" y="548642"/>
            <a:ext cx="7478991" cy="3415999"/>
          </a:xfrm>
        </p:spPr>
        <p:txBody>
          <a:bodyPr lIns="0" tIns="0" rIns="0" bIns="0" anchor="t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16" name="Subtitle 2"/>
          <p:cNvSpPr>
            <a:spLocks noGrp="1"/>
          </p:cNvSpPr>
          <p:nvPr>
            <p:ph type="subTitle" idx="1"/>
          </p:nvPr>
        </p:nvSpPr>
        <p:spPr>
          <a:xfrm>
            <a:off x="521208" y="4079853"/>
            <a:ext cx="7478990" cy="1431947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17" name="Content Placeholder 13"/>
          <p:cNvSpPr>
            <a:spLocks noGrp="1"/>
          </p:cNvSpPr>
          <p:nvPr>
            <p:ph sz="quarter" idx="13" hasCustomPrompt="1"/>
          </p:nvPr>
        </p:nvSpPr>
        <p:spPr>
          <a:xfrm>
            <a:off x="521208" y="5730242"/>
            <a:ext cx="2336800" cy="355600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 baseline="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48818" name="Freeform 10"/>
          <p:cNvSpPr/>
          <p:nvPr userDrawn="1"/>
        </p:nvSpPr>
        <p:spPr>
          <a:xfrm>
            <a:off x="-575" y="6309358"/>
            <a:ext cx="2426216" cy="54864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19" name="Freeform 10"/>
          <p:cNvSpPr/>
          <p:nvPr userDrawn="1"/>
        </p:nvSpPr>
        <p:spPr>
          <a:xfrm rot="5400000">
            <a:off x="-713064" y="2730369"/>
            <a:ext cx="1947336" cy="5212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20" name="Freeform 10"/>
          <p:cNvSpPr/>
          <p:nvPr userDrawn="1"/>
        </p:nvSpPr>
        <p:spPr>
          <a:xfrm rot="5400000">
            <a:off x="7062788" y="1728788"/>
            <a:ext cx="6858000" cy="340042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21" name="Date Placeholder 16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22" name="Footer Placeholder 1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23" name="Slide Number Placeholder 18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8" name="Title 1"/>
          <p:cNvSpPr>
            <a:spLocks noGrp="1"/>
          </p:cNvSpPr>
          <p:nvPr>
            <p:ph type="ctrTitle"/>
          </p:nvPr>
        </p:nvSpPr>
        <p:spPr>
          <a:xfrm>
            <a:off x="618008" y="854239"/>
            <a:ext cx="7876287" cy="3592629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79" name="Subtitle 2"/>
          <p:cNvSpPr>
            <a:spLocks noGrp="1"/>
          </p:cNvSpPr>
          <p:nvPr>
            <p:ph type="subTitle" idx="1"/>
          </p:nvPr>
        </p:nvSpPr>
        <p:spPr>
          <a:xfrm>
            <a:off x="658367" y="4617138"/>
            <a:ext cx="7835927" cy="131376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80" name="Content Placeholder 10"/>
          <p:cNvSpPr>
            <a:spLocks noGrp="1"/>
          </p:cNvSpPr>
          <p:nvPr>
            <p:ph sz="quarter" idx="13" hasCustomPrompt="1"/>
          </p:nvPr>
        </p:nvSpPr>
        <p:spPr>
          <a:xfrm>
            <a:off x="657225" y="6076543"/>
            <a:ext cx="2155825" cy="305614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48781" name="Freeform 10"/>
          <p:cNvSpPr/>
          <p:nvPr userDrawn="1"/>
        </p:nvSpPr>
        <p:spPr>
          <a:xfrm rot="5400000">
            <a:off x="-664664" y="3164196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82" name="Freeform 10"/>
          <p:cNvSpPr/>
          <p:nvPr userDrawn="1"/>
        </p:nvSpPr>
        <p:spPr>
          <a:xfrm>
            <a:off x="0" y="0"/>
            <a:ext cx="1947336" cy="61800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83" name="Freeform 5"/>
          <p:cNvSpPr/>
          <p:nvPr userDrawn="1"/>
        </p:nvSpPr>
        <p:spPr>
          <a:xfrm>
            <a:off x="8791576" y="0"/>
            <a:ext cx="3400423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84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85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86" name="Slide Number Placeholder 12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6" name="Freeform: Shape 19"/>
          <p:cNvSpPr/>
          <p:nvPr userDrawn="1"/>
        </p:nvSpPr>
        <p:spPr>
          <a:xfrm rot="16200000">
            <a:off x="4627037" y="-706963"/>
            <a:ext cx="2937934" cy="12191992"/>
          </a:xfrm>
          <a:custGeom>
            <a:avLst/>
            <a:gdLst>
              <a:gd name="connsiteX0" fmla="*/ 2937934 w 2937934"/>
              <a:gd name="connsiteY0" fmla="*/ 0 h 12191992"/>
              <a:gd name="connsiteX1" fmla="*/ 2937934 w 2937934"/>
              <a:gd name="connsiteY1" fmla="*/ 12191992 h 12191992"/>
              <a:gd name="connsiteX2" fmla="*/ 0 w 2937934"/>
              <a:gd name="connsiteY2" fmla="*/ 12191992 h 12191992"/>
              <a:gd name="connsiteX3" fmla="*/ 0 w 2937934"/>
              <a:gd name="connsiteY3" fmla="*/ 0 h 12191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7934" h="12191992">
                <a:moveTo>
                  <a:pt x="2937934" y="0"/>
                </a:moveTo>
                <a:lnTo>
                  <a:pt x="2937934" y="12191992"/>
                </a:lnTo>
                <a:lnTo>
                  <a:pt x="0" y="12191992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 u="sng"/>
          </a:p>
        </p:txBody>
      </p:sp>
      <p:sp>
        <p:nvSpPr>
          <p:cNvPr id="1048747" name="Title 1"/>
          <p:cNvSpPr>
            <a:spLocks noGrp="1"/>
          </p:cNvSpPr>
          <p:nvPr>
            <p:ph type="ctrTitle"/>
          </p:nvPr>
        </p:nvSpPr>
        <p:spPr>
          <a:xfrm>
            <a:off x="1981200" y="1140495"/>
            <a:ext cx="8229600" cy="2621154"/>
          </a:xfrm>
        </p:spPr>
        <p:txBody>
          <a:bodyPr lIns="0" tIns="0" rIns="0" bIns="0" anchor="b">
            <a:noAutofit/>
          </a:bodyPr>
          <a:lstStyle>
            <a:lvl1pPr algn="ctr">
              <a:lnSpc>
                <a:spcPct val="100000"/>
              </a:lnSpc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8" name="Subtitle 2"/>
          <p:cNvSpPr>
            <a:spLocks noGrp="1"/>
          </p:cNvSpPr>
          <p:nvPr>
            <p:ph type="subTitle" idx="1"/>
          </p:nvPr>
        </p:nvSpPr>
        <p:spPr>
          <a:xfrm>
            <a:off x="1981201" y="4039647"/>
            <a:ext cx="8229600" cy="1414091"/>
          </a:xfrm>
        </p:spPr>
        <p:txBody>
          <a:bodyPr lIns="0" tIns="0" rIns="0" bIns="0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49" name="Content Placeholder 9"/>
          <p:cNvSpPr>
            <a:spLocks noGrp="1"/>
          </p:cNvSpPr>
          <p:nvPr>
            <p:ph sz="quarter" idx="13" hasCustomPrompt="1"/>
          </p:nvPr>
        </p:nvSpPr>
        <p:spPr>
          <a:xfrm>
            <a:off x="4547105" y="5587422"/>
            <a:ext cx="3097790" cy="426362"/>
          </a:xfrm>
        </p:spPr>
        <p:txBody>
          <a:bodyPr lIns="0" tIns="0" rIns="0" bIns="0" anchor="b">
            <a:noAutofit/>
          </a:bodyPr>
          <a:lstStyle>
            <a:lvl1pPr marL="0" indent="0" algn="ct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48750" name="Rectangle 11"/>
          <p:cNvSpPr/>
          <p:nvPr userDrawn="1"/>
        </p:nvSpPr>
        <p:spPr>
          <a:xfrm>
            <a:off x="11472000" y="3920066"/>
            <a:ext cx="720000" cy="72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751" name="Rectangle 15"/>
          <p:cNvSpPr/>
          <p:nvPr userDrawn="1"/>
        </p:nvSpPr>
        <p:spPr>
          <a:xfrm>
            <a:off x="11472000" y="3200066"/>
            <a:ext cx="720000" cy="72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752" name="Rectangle 17"/>
          <p:cNvSpPr/>
          <p:nvPr userDrawn="1"/>
        </p:nvSpPr>
        <p:spPr>
          <a:xfrm>
            <a:off x="0" y="449552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753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54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55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21" name="Freeform 5"/>
          <p:cNvSpPr/>
          <p:nvPr userDrawn="1"/>
        </p:nvSpPr>
        <p:spPr>
          <a:xfrm>
            <a:off x="1" y="3428999"/>
            <a:ext cx="12192000" cy="1970618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22" name="Title 1"/>
          <p:cNvSpPr>
            <a:spLocks noGrp="1"/>
          </p:cNvSpPr>
          <p:nvPr>
            <p:ph type="ctrTitle"/>
          </p:nvPr>
        </p:nvSpPr>
        <p:spPr>
          <a:xfrm>
            <a:off x="365760" y="3774116"/>
            <a:ext cx="11460480" cy="1590543"/>
          </a:xfrm>
        </p:spPr>
        <p:txBody>
          <a:bodyPr lIns="0" tIns="0" rIns="0" bIns="0" anchor="t">
            <a:normAutofit/>
          </a:bodyPr>
          <a:lstStyle>
            <a:lvl1pPr algn="l">
              <a:defRPr sz="54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23" name="Subtitle 2"/>
          <p:cNvSpPr>
            <a:spLocks noGrp="1"/>
          </p:cNvSpPr>
          <p:nvPr>
            <p:ph type="subTitle" idx="1"/>
          </p:nvPr>
        </p:nvSpPr>
        <p:spPr>
          <a:xfrm>
            <a:off x="365760" y="5563401"/>
            <a:ext cx="11460480" cy="756965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aseline="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224" name="Content Placeholder 16"/>
          <p:cNvSpPr>
            <a:spLocks noGrp="1"/>
          </p:cNvSpPr>
          <p:nvPr>
            <p:ph sz="quarter" idx="19" hasCustomPrompt="1"/>
          </p:nvPr>
        </p:nvSpPr>
        <p:spPr>
          <a:xfrm>
            <a:off x="8279019" y="6400800"/>
            <a:ext cx="2743200" cy="393700"/>
          </a:xfrm>
        </p:spPr>
        <p:txBody>
          <a:bodyPr lIns="0" tIns="0" rIns="0" bIns="0" anchor="b">
            <a:noAutofit/>
          </a:bodyPr>
          <a:lstStyle>
            <a:lvl1pPr marL="0" indent="0" algn="r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49225" name="Picture Placeholder 14" descr="One tall building modern style black and white."/>
          <p:cNvSpPr>
            <a:spLocks noGrp="1"/>
          </p:cNvSpPr>
          <p:nvPr>
            <p:ph type="pic" sz="quarter" idx="18"/>
          </p:nvPr>
        </p:nvSpPr>
        <p:spPr>
          <a:xfrm>
            <a:off x="0" y="2"/>
            <a:ext cx="12192000" cy="3687377"/>
          </a:xfrm>
          <a:custGeom>
            <a:avLst/>
            <a:gdLst>
              <a:gd name="connsiteX0" fmla="*/ 0 w 12192000"/>
              <a:gd name="connsiteY0" fmla="*/ 0 h 3687377"/>
              <a:gd name="connsiteX1" fmla="*/ 12192000 w 12192000"/>
              <a:gd name="connsiteY1" fmla="*/ 0 h 3687377"/>
              <a:gd name="connsiteX2" fmla="*/ 12192000 w 12192000"/>
              <a:gd name="connsiteY2" fmla="*/ 444499 h 3687377"/>
              <a:gd name="connsiteX3" fmla="*/ 11425238 w 12192000"/>
              <a:gd name="connsiteY3" fmla="*/ 444499 h 3687377"/>
              <a:gd name="connsiteX4" fmla="*/ 11425238 w 12192000"/>
              <a:gd name="connsiteY4" fmla="*/ 2391835 h 3687377"/>
              <a:gd name="connsiteX5" fmla="*/ 12192000 w 12192000"/>
              <a:gd name="connsiteY5" fmla="*/ 2391835 h 3687377"/>
              <a:gd name="connsiteX6" fmla="*/ 12192000 w 12192000"/>
              <a:gd name="connsiteY6" fmla="*/ 3687377 h 3687377"/>
              <a:gd name="connsiteX7" fmla="*/ 2426216 w 12192000"/>
              <a:gd name="connsiteY7" fmla="*/ 3687377 h 3687377"/>
              <a:gd name="connsiteX8" fmla="*/ 2426216 w 12192000"/>
              <a:gd name="connsiteY8" fmla="*/ 2963477 h 3687377"/>
              <a:gd name="connsiteX9" fmla="*/ 0 w 12192000"/>
              <a:gd name="connsiteY9" fmla="*/ 2963477 h 36873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687377">
                <a:moveTo>
                  <a:pt x="0" y="0"/>
                </a:moveTo>
                <a:lnTo>
                  <a:pt x="12192000" y="0"/>
                </a:lnTo>
                <a:lnTo>
                  <a:pt x="12192000" y="444499"/>
                </a:lnTo>
                <a:lnTo>
                  <a:pt x="11425238" y="444499"/>
                </a:lnTo>
                <a:lnTo>
                  <a:pt x="11425238" y="2391835"/>
                </a:lnTo>
                <a:lnTo>
                  <a:pt x="12192000" y="2391835"/>
                </a:lnTo>
                <a:lnTo>
                  <a:pt x="12192000" y="3687377"/>
                </a:lnTo>
                <a:lnTo>
                  <a:pt x="2426216" y="3687377"/>
                </a:lnTo>
                <a:lnTo>
                  <a:pt x="2426216" y="2963477"/>
                </a:lnTo>
                <a:lnTo>
                  <a:pt x="0" y="2963477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226" name="Freeform 10"/>
          <p:cNvSpPr/>
          <p:nvPr userDrawn="1"/>
        </p:nvSpPr>
        <p:spPr>
          <a:xfrm>
            <a:off x="0" y="2963479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27" name="Freeform 10"/>
          <p:cNvSpPr/>
          <p:nvPr userDrawn="1"/>
        </p:nvSpPr>
        <p:spPr>
          <a:xfrm rot="5400000">
            <a:off x="10798455" y="1014376"/>
            <a:ext cx="2020327" cy="766762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28" name="Date Placeholder 3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29" name="Footer Placeholder 5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30" name="Slide Number Placeholder 6"/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9" name="Freeform 5"/>
          <p:cNvSpPr/>
          <p:nvPr userDrawn="1"/>
        </p:nvSpPr>
        <p:spPr>
          <a:xfrm>
            <a:off x="3873559" y="1"/>
            <a:ext cx="8318441" cy="402844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80" name="Title 1"/>
          <p:cNvSpPr>
            <a:spLocks noGrp="1"/>
          </p:cNvSpPr>
          <p:nvPr>
            <p:ph type="ctrTitle"/>
          </p:nvPr>
        </p:nvSpPr>
        <p:spPr>
          <a:xfrm>
            <a:off x="5059658" y="285071"/>
            <a:ext cx="6470926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81" name="Subtitle 2"/>
          <p:cNvSpPr>
            <a:spLocks noGrp="1"/>
          </p:cNvSpPr>
          <p:nvPr>
            <p:ph type="subTitle" idx="1"/>
          </p:nvPr>
        </p:nvSpPr>
        <p:spPr>
          <a:xfrm>
            <a:off x="5059658" y="4226560"/>
            <a:ext cx="6470926" cy="149352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182" name="Picture Placeholder 19" descr="One tall building modern style black and white."/>
          <p:cNvSpPr>
            <a:spLocks noGrp="1"/>
          </p:cNvSpPr>
          <p:nvPr>
            <p:ph type="pic" sz="quarter" idx="17"/>
          </p:nvPr>
        </p:nvSpPr>
        <p:spPr>
          <a:xfrm>
            <a:off x="0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83" name="Text Placeholder 13"/>
          <p:cNvSpPr>
            <a:spLocks noGrp="1"/>
          </p:cNvSpPr>
          <p:nvPr>
            <p:ph type="body" sz="quarter" idx="15" hasCustomPrompt="1"/>
          </p:nvPr>
        </p:nvSpPr>
        <p:spPr>
          <a:xfrm>
            <a:off x="5059658" y="6089333"/>
            <a:ext cx="2116137" cy="292994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 baseline="0"/>
            </a:lvl1pPr>
          </a:lstStyle>
          <a:p>
            <a:pPr lvl="0"/>
            <a:r>
              <a:rPr lang="en-US" altLang="zh-CN"/>
              <a:t>Presenter Name</a:t>
            </a:r>
            <a:endParaRPr lang="en-US"/>
          </a:p>
        </p:txBody>
      </p:sp>
      <p:sp>
        <p:nvSpPr>
          <p:cNvPr id="1049184" name="Rectangle 21"/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85" name="Rectangle 20"/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86" name="Date Placeholder 3"/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87" name="Footer Placeholder 4"/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88" name="Slide Number Placeholder 5"/>
          <p:cNvSpPr>
            <a:spLocks noGrp="1"/>
          </p:cNvSpPr>
          <p:nvPr>
            <p:ph type="sldNum" sz="half" idx="2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24" name="Freeform 5"/>
          <p:cNvSpPr/>
          <p:nvPr userDrawn="1"/>
        </p:nvSpPr>
        <p:spPr>
          <a:xfrm>
            <a:off x="0" y="0"/>
            <a:ext cx="8318441" cy="4025314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25" name="Title 1"/>
          <p:cNvSpPr>
            <a:spLocks noGrp="1"/>
          </p:cNvSpPr>
          <p:nvPr>
            <p:ph type="ctrTitle"/>
          </p:nvPr>
        </p:nvSpPr>
        <p:spPr>
          <a:xfrm>
            <a:off x="365760" y="285071"/>
            <a:ext cx="6841490" cy="3606209"/>
          </a:xfrm>
        </p:spPr>
        <p:txBody>
          <a:bodyPr lIns="0" tIns="0" rIns="0" bIns="0" anchor="b">
            <a:noAutofit/>
          </a:bodyPr>
          <a:lstStyle>
            <a:lvl1pPr algn="l">
              <a:defRPr sz="5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26" name="Subtitle 2"/>
          <p:cNvSpPr>
            <a:spLocks noGrp="1"/>
          </p:cNvSpPr>
          <p:nvPr>
            <p:ph type="subTitle" idx="1"/>
          </p:nvPr>
        </p:nvSpPr>
        <p:spPr>
          <a:xfrm>
            <a:off x="365760" y="4226560"/>
            <a:ext cx="6841490" cy="1482090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27" name="Content Placeholder 17"/>
          <p:cNvSpPr>
            <a:spLocks noGrp="1"/>
          </p:cNvSpPr>
          <p:nvPr>
            <p:ph sz="quarter" idx="18" hasCustomPrompt="1"/>
          </p:nvPr>
        </p:nvSpPr>
        <p:spPr>
          <a:xfrm>
            <a:off x="365760" y="5990748"/>
            <a:ext cx="2574925" cy="251143"/>
          </a:xfrm>
        </p:spPr>
        <p:txBody>
          <a:bodyPr lIns="0" tIns="0" rIns="0" bIns="0" anchor="b">
            <a:noAutofit/>
          </a:bodyPr>
          <a:lstStyle>
            <a:lvl1pPr marL="0" indent="0">
              <a:spcBef>
                <a:spcPts val="0"/>
              </a:spcBef>
              <a:buNone/>
              <a:defRPr sz="1600"/>
            </a:lvl1pPr>
          </a:lstStyle>
          <a:p>
            <a:pPr lvl="0"/>
            <a:r>
              <a:rPr lang="en-US"/>
              <a:t>Presenter Name</a:t>
            </a:r>
          </a:p>
        </p:txBody>
      </p:sp>
      <p:sp>
        <p:nvSpPr>
          <p:cNvPr id="1048828" name="Picture Placeholder 19" descr="One tall building modern style black and white."/>
          <p:cNvSpPr>
            <a:spLocks noGrp="1"/>
          </p:cNvSpPr>
          <p:nvPr>
            <p:ph type="pic" sz="quarter" idx="17"/>
          </p:nvPr>
        </p:nvSpPr>
        <p:spPr>
          <a:xfrm flipH="1">
            <a:off x="7520705" y="2"/>
            <a:ext cx="4671295" cy="6857999"/>
          </a:xfrm>
          <a:custGeom>
            <a:avLst/>
            <a:gdLst>
              <a:gd name="connsiteX0" fmla="*/ 0 w 4671295"/>
              <a:gd name="connsiteY0" fmla="*/ 6134100 h 6857999"/>
              <a:gd name="connsiteX1" fmla="*/ 574 w 4671295"/>
              <a:gd name="connsiteY1" fmla="*/ 6134100 h 6857999"/>
              <a:gd name="connsiteX2" fmla="*/ 574 w 4671295"/>
              <a:gd name="connsiteY2" fmla="*/ 6857999 h 6857999"/>
              <a:gd name="connsiteX3" fmla="*/ 0 w 4671295"/>
              <a:gd name="connsiteY3" fmla="*/ 6857999 h 6857999"/>
              <a:gd name="connsiteX4" fmla="*/ 575 w 4671295"/>
              <a:gd name="connsiteY4" fmla="*/ 1729318 h 6857999"/>
              <a:gd name="connsiteX5" fmla="*/ 575 w 4671295"/>
              <a:gd name="connsiteY5" fmla="*/ 3676654 h 6857999"/>
              <a:gd name="connsiteX6" fmla="*/ 767337 w 4671295"/>
              <a:gd name="connsiteY6" fmla="*/ 3676654 h 6857999"/>
              <a:gd name="connsiteX7" fmla="*/ 767337 w 4671295"/>
              <a:gd name="connsiteY7" fmla="*/ 1729318 h 6857999"/>
              <a:gd name="connsiteX8" fmla="*/ 574 w 4671295"/>
              <a:gd name="connsiteY8" fmla="*/ 0 h 6857999"/>
              <a:gd name="connsiteX9" fmla="*/ 4671295 w 4671295"/>
              <a:gd name="connsiteY9" fmla="*/ 0 h 6857999"/>
              <a:gd name="connsiteX10" fmla="*/ 4671295 w 4671295"/>
              <a:gd name="connsiteY10" fmla="*/ 6857999 h 6857999"/>
              <a:gd name="connsiteX11" fmla="*/ 2426216 w 4671295"/>
              <a:gd name="connsiteY11" fmla="*/ 6857999 h 6857999"/>
              <a:gd name="connsiteX12" fmla="*/ 2426216 w 4671295"/>
              <a:gd name="connsiteY12" fmla="*/ 6134100 h 6857999"/>
              <a:gd name="connsiteX13" fmla="*/ 574 w 4671295"/>
              <a:gd name="connsiteY13" fmla="*/ 6134100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4671295" h="6857999">
                <a:moveTo>
                  <a:pt x="0" y="6134100"/>
                </a:moveTo>
                <a:lnTo>
                  <a:pt x="574" y="6134100"/>
                </a:lnTo>
                <a:lnTo>
                  <a:pt x="574" y="6857999"/>
                </a:lnTo>
                <a:lnTo>
                  <a:pt x="0" y="6857999"/>
                </a:lnTo>
                <a:close/>
                <a:moveTo>
                  <a:pt x="575" y="1729318"/>
                </a:moveTo>
                <a:lnTo>
                  <a:pt x="575" y="3676654"/>
                </a:lnTo>
                <a:lnTo>
                  <a:pt x="767337" y="3676654"/>
                </a:lnTo>
                <a:lnTo>
                  <a:pt x="767337" y="1729318"/>
                </a:lnTo>
                <a:close/>
                <a:moveTo>
                  <a:pt x="574" y="0"/>
                </a:moveTo>
                <a:lnTo>
                  <a:pt x="4671295" y="0"/>
                </a:lnTo>
                <a:lnTo>
                  <a:pt x="4671295" y="6857999"/>
                </a:lnTo>
                <a:lnTo>
                  <a:pt x="2426216" y="6857999"/>
                </a:lnTo>
                <a:lnTo>
                  <a:pt x="2426216" y="6134100"/>
                </a:lnTo>
                <a:lnTo>
                  <a:pt x="574" y="613410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829" name="Rectangle 13"/>
          <p:cNvSpPr/>
          <p:nvPr userDrawn="1"/>
        </p:nvSpPr>
        <p:spPr>
          <a:xfrm rot="5400000">
            <a:off x="1060450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30" name="Rectangle 12"/>
          <p:cNvSpPr/>
          <p:nvPr userDrawn="1"/>
        </p:nvSpPr>
        <p:spPr>
          <a:xfrm>
            <a:off x="1140968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31" name="Date Placeholder 7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32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33" name="Slide Number Placeholder 10"/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10" name="Title 5"/>
          <p:cNvSpPr>
            <a:spLocks noGrp="1"/>
          </p:cNvSpPr>
          <p:nvPr>
            <p:ph type="title"/>
          </p:nvPr>
        </p:nvSpPr>
        <p:spPr>
          <a:xfrm>
            <a:off x="657226" y="436418"/>
            <a:ext cx="5896338" cy="4512397"/>
          </a:xfrm>
        </p:spPr>
        <p:txBody>
          <a:bodyPr lIns="0" tIns="0" rIns="0" bIns="0">
            <a:noAutofit/>
          </a:bodyPr>
          <a:lstStyle>
            <a:lvl1pPr>
              <a:defRPr sz="6000" b="0" baseline="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1048911" name="Text Placeholder 2"/>
          <p:cNvSpPr>
            <a:spLocks noGrp="1"/>
          </p:cNvSpPr>
          <p:nvPr>
            <p:ph type="body" sz="quarter" idx="17" hasCustomPrompt="1"/>
          </p:nvPr>
        </p:nvSpPr>
        <p:spPr>
          <a:xfrm>
            <a:off x="657225" y="5152864"/>
            <a:ext cx="5889827" cy="1268718"/>
          </a:xfrm>
        </p:spPr>
        <p:txBody>
          <a:bodyPr lIns="0" tIns="0" rIns="0" bIns="0">
            <a:noAutofit/>
          </a:bodyPr>
          <a:lstStyle>
            <a:lvl1pPr marL="0" indent="0">
              <a:lnSpc>
                <a:spcPct val="120000"/>
              </a:lnSpc>
              <a:spcBef>
                <a:spcPts val="0"/>
              </a:spcBef>
              <a:buNone/>
              <a:defRPr sz="140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 altLang="zh-CN"/>
              <a:t>Click</a:t>
            </a:r>
            <a:r>
              <a:rPr lang="zh-CN" altLang="en-US"/>
              <a:t> </a:t>
            </a:r>
            <a:r>
              <a:rPr lang="en-US" altLang="zh-CN"/>
              <a:t>to edit Master subtitle style</a:t>
            </a:r>
            <a:endParaRPr lang="zh-CN" altLang="en-US"/>
          </a:p>
        </p:txBody>
      </p:sp>
      <p:sp>
        <p:nvSpPr>
          <p:cNvPr id="1048912" name="Picture Placeholder 6" descr="Closeup on person wearing glasses."/>
          <p:cNvSpPr>
            <a:spLocks noGrp="1"/>
          </p:cNvSpPr>
          <p:nvPr>
            <p:ph type="pic" sz="quarter" idx="18"/>
          </p:nvPr>
        </p:nvSpPr>
        <p:spPr>
          <a:xfrm>
            <a:off x="6883862" y="669510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913" name="Picture Placeholder 12" descr="One person clapping and smiling."/>
          <p:cNvSpPr>
            <a:spLocks noGrp="1"/>
          </p:cNvSpPr>
          <p:nvPr>
            <p:ph type="pic" sz="quarter" idx="19"/>
          </p:nvPr>
        </p:nvSpPr>
        <p:spPr>
          <a:xfrm>
            <a:off x="9052312" y="2833425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914" name="Freeform: Shape 23"/>
          <p:cNvSpPr/>
          <p:nvPr userDrawn="1"/>
        </p:nvSpPr>
        <p:spPr>
          <a:xfrm flipV="1">
            <a:off x="861695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8915" name="Isosceles Triangle 3"/>
          <p:cNvSpPr/>
          <p:nvPr userDrawn="1"/>
        </p:nvSpPr>
        <p:spPr>
          <a:xfrm flipH="1">
            <a:off x="7640892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8916" name="Freeform: Shape 25"/>
          <p:cNvSpPr/>
          <p:nvPr userDrawn="1"/>
        </p:nvSpPr>
        <p:spPr>
          <a:xfrm rot="5400000" flipV="1">
            <a:off x="1129748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8917" name="Date Placeholder 1"/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18" name="Footer Placeholder 3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19" name="Slide Number Placeholder 4"/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, Photo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93" name="Title 1"/>
          <p:cNvSpPr>
            <a:spLocks noGrp="1"/>
          </p:cNvSpPr>
          <p:nvPr>
            <p:ph type="ctrTitle"/>
          </p:nvPr>
        </p:nvSpPr>
        <p:spPr>
          <a:xfrm>
            <a:off x="5500138" y="359917"/>
            <a:ext cx="6242770" cy="4588897"/>
          </a:xfrm>
        </p:spPr>
        <p:txBody>
          <a:bodyPr lIns="0" tIns="0" rIns="0" bIns="0" anchor="b">
            <a:noAutofit/>
          </a:bodyPr>
          <a:lstStyle>
            <a:lvl1pPr algn="l">
              <a:lnSpc>
                <a:spcPct val="100000"/>
              </a:lnSpc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94" name="Subtitle 2"/>
          <p:cNvSpPr>
            <a:spLocks noGrp="1"/>
          </p:cNvSpPr>
          <p:nvPr>
            <p:ph type="subTitle" idx="1"/>
          </p:nvPr>
        </p:nvSpPr>
        <p:spPr>
          <a:xfrm>
            <a:off x="5500138" y="5152864"/>
            <a:ext cx="6233626" cy="1268718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95" name="Picture Placeholder 6" descr="Closeup on person wearing glasses."/>
          <p:cNvSpPr>
            <a:spLocks noGrp="1"/>
          </p:cNvSpPr>
          <p:nvPr>
            <p:ph type="pic" sz="quarter" idx="18"/>
          </p:nvPr>
        </p:nvSpPr>
        <p:spPr>
          <a:xfrm>
            <a:off x="1360741" y="634584"/>
            <a:ext cx="3902491" cy="3902491"/>
          </a:xfrm>
          <a:custGeom>
            <a:avLst/>
            <a:gdLst>
              <a:gd name="connsiteX0" fmla="*/ 1951245 w 3902491"/>
              <a:gd name="connsiteY0" fmla="*/ 0 h 3902491"/>
              <a:gd name="connsiteX1" fmla="*/ 3902491 w 3902491"/>
              <a:gd name="connsiteY1" fmla="*/ 1951246 h 3902491"/>
              <a:gd name="connsiteX2" fmla="*/ 1951246 w 3902491"/>
              <a:gd name="connsiteY2" fmla="*/ 3902491 h 3902491"/>
              <a:gd name="connsiteX3" fmla="*/ 1951245 w 3902491"/>
              <a:gd name="connsiteY3" fmla="*/ 3902491 h 3902491"/>
              <a:gd name="connsiteX4" fmla="*/ 0 w 3902491"/>
              <a:gd name="connsiteY4" fmla="*/ 1951246 h 39024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902491" h="3902491">
                <a:moveTo>
                  <a:pt x="1951245" y="0"/>
                </a:moveTo>
                <a:lnTo>
                  <a:pt x="3902491" y="1951246"/>
                </a:lnTo>
                <a:lnTo>
                  <a:pt x="1951246" y="3902491"/>
                </a:lnTo>
                <a:lnTo>
                  <a:pt x="1951245" y="3902491"/>
                </a:lnTo>
                <a:lnTo>
                  <a:pt x="0" y="1951246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996" name="Picture Placeholder 12" descr="One person clapping and smiling."/>
          <p:cNvSpPr>
            <a:spLocks noGrp="1"/>
          </p:cNvSpPr>
          <p:nvPr>
            <p:ph type="pic" sz="quarter" idx="19"/>
          </p:nvPr>
        </p:nvSpPr>
        <p:spPr>
          <a:xfrm flipH="1">
            <a:off x="0" y="2788976"/>
            <a:ext cx="3139688" cy="3872174"/>
          </a:xfrm>
          <a:custGeom>
            <a:avLst/>
            <a:gdLst>
              <a:gd name="connsiteX0" fmla="*/ 1948799 w 3139688"/>
              <a:gd name="connsiteY0" fmla="*/ 0 h 3872174"/>
              <a:gd name="connsiteX1" fmla="*/ 3139688 w 3139688"/>
              <a:gd name="connsiteY1" fmla="*/ 1190889 h 3872174"/>
              <a:gd name="connsiteX2" fmla="*/ 3139688 w 3139688"/>
              <a:gd name="connsiteY2" fmla="*/ 2706710 h 3872174"/>
              <a:gd name="connsiteX3" fmla="*/ 1974223 w 3139688"/>
              <a:gd name="connsiteY3" fmla="*/ 3872174 h 3872174"/>
              <a:gd name="connsiteX4" fmla="*/ 1923375 w 3139688"/>
              <a:gd name="connsiteY4" fmla="*/ 3872174 h 3872174"/>
              <a:gd name="connsiteX5" fmla="*/ 0 w 3139688"/>
              <a:gd name="connsiteY5" fmla="*/ 1948799 h 38721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139688" h="3872174">
                <a:moveTo>
                  <a:pt x="1948799" y="0"/>
                </a:moveTo>
                <a:lnTo>
                  <a:pt x="3139688" y="1190889"/>
                </a:lnTo>
                <a:lnTo>
                  <a:pt x="3139688" y="2706710"/>
                </a:lnTo>
                <a:lnTo>
                  <a:pt x="1974223" y="3872174"/>
                </a:lnTo>
                <a:lnTo>
                  <a:pt x="1923375" y="3872174"/>
                </a:lnTo>
                <a:lnTo>
                  <a:pt x="0" y="1948799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997" name="Freeform: Shape 11"/>
          <p:cNvSpPr/>
          <p:nvPr userDrawn="1"/>
        </p:nvSpPr>
        <p:spPr>
          <a:xfrm rot="16200000" flipH="1" flipV="1">
            <a:off x="4644" y="5963483"/>
            <a:ext cx="889873" cy="899160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8998" name="Freeform: Shape 16"/>
          <p:cNvSpPr/>
          <p:nvPr userDrawn="1"/>
        </p:nvSpPr>
        <p:spPr>
          <a:xfrm flipH="1" flipV="1">
            <a:off x="0" y="0"/>
            <a:ext cx="3575051" cy="3612361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8999" name="Isosceles Triangle 3"/>
          <p:cNvSpPr/>
          <p:nvPr userDrawn="1"/>
        </p:nvSpPr>
        <p:spPr>
          <a:xfrm>
            <a:off x="1360741" y="3816350"/>
            <a:ext cx="3040598" cy="3041650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9000" name="Date Placeholder 1"/>
          <p:cNvSpPr>
            <a:spLocks noGrp="1"/>
          </p:cNvSpPr>
          <p:nvPr>
            <p:ph type="dt" sz="half" idx="20"/>
          </p:nvPr>
        </p:nvSpPr>
        <p:spPr>
          <a:xfrm>
            <a:off x="449580" y="6527800"/>
            <a:ext cx="2743200" cy="266700"/>
          </a:xfrm>
        </p:spPr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01" name="Footer Placeholder 2"/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02" name="Slide Number Placeholder 3"/>
          <p:cNvSpPr>
            <a:spLocks noGrp="1"/>
          </p:cNvSpPr>
          <p:nvPr>
            <p:ph type="sldNum" sz="half" idx="2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0" name="Title 1"/>
          <p:cNvSpPr>
            <a:spLocks noGrp="1"/>
          </p:cNvSpPr>
          <p:nvPr>
            <p:ph type="ctrTitle"/>
          </p:nvPr>
        </p:nvSpPr>
        <p:spPr>
          <a:xfrm>
            <a:off x="2647950" y="534677"/>
            <a:ext cx="6896100" cy="3884923"/>
          </a:xfrm>
        </p:spPr>
        <p:txBody>
          <a:bodyPr lIns="0" tIns="0" rIns="0" bIns="0" anchor="b">
            <a:noAutofit/>
          </a:bodyPr>
          <a:lstStyle>
            <a:lvl1pPr algn="ctr">
              <a:defRPr sz="5400" b="0" baseline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21" name="Subtitle 2"/>
          <p:cNvSpPr>
            <a:spLocks noGrp="1"/>
          </p:cNvSpPr>
          <p:nvPr>
            <p:ph type="subTitle" idx="1"/>
          </p:nvPr>
        </p:nvSpPr>
        <p:spPr>
          <a:xfrm>
            <a:off x="2647950" y="4660900"/>
            <a:ext cx="6896100" cy="1315008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022" name="Isosceles Triangle 3"/>
          <p:cNvSpPr/>
          <p:nvPr userDrawn="1"/>
        </p:nvSpPr>
        <p:spPr>
          <a:xfrm>
            <a:off x="8534400" y="3199135"/>
            <a:ext cx="3657600" cy="3658865"/>
          </a:xfrm>
          <a:prstGeom prst="triangle">
            <a:avLst>
              <a:gd name="adj" fmla="val 100000"/>
            </a:avLst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9023" name="Freeform: Shape 3"/>
          <p:cNvSpPr/>
          <p:nvPr userDrawn="1"/>
        </p:nvSpPr>
        <p:spPr>
          <a:xfrm rot="16200000" flipH="1" flipV="1">
            <a:off x="6165" y="5670366"/>
            <a:ext cx="1181469" cy="1193799"/>
          </a:xfrm>
          <a:custGeom>
            <a:avLst/>
            <a:gdLst>
              <a:gd name="connsiteX0" fmla="*/ 0 w 2869917"/>
              <a:gd name="connsiteY0" fmla="*/ 2899868 h 2899868"/>
              <a:gd name="connsiteX1" fmla="*/ 2869917 w 2869917"/>
              <a:gd name="connsiteY1" fmla="*/ 2899868 h 2899868"/>
              <a:gd name="connsiteX2" fmla="*/ 2869917 w 2869917"/>
              <a:gd name="connsiteY2" fmla="*/ 0 h 2899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869917" h="2899868">
                <a:moveTo>
                  <a:pt x="0" y="2899868"/>
                </a:moveTo>
                <a:lnTo>
                  <a:pt x="2869917" y="2899868"/>
                </a:lnTo>
                <a:lnTo>
                  <a:pt x="286991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9024" name="Freeform: Shape 12"/>
          <p:cNvSpPr/>
          <p:nvPr userDrawn="1"/>
        </p:nvSpPr>
        <p:spPr>
          <a:xfrm rot="16200000" flipV="1">
            <a:off x="15300" y="-15304"/>
            <a:ext cx="2932731" cy="2963336"/>
          </a:xfrm>
          <a:custGeom>
            <a:avLst/>
            <a:gdLst>
              <a:gd name="connsiteX0" fmla="*/ 0 w 1577827"/>
              <a:gd name="connsiteY0" fmla="*/ 1594293 h 1594293"/>
              <a:gd name="connsiteX1" fmla="*/ 1577827 w 1577827"/>
              <a:gd name="connsiteY1" fmla="*/ 1594293 h 1594293"/>
              <a:gd name="connsiteX2" fmla="*/ 1577827 w 1577827"/>
              <a:gd name="connsiteY2" fmla="*/ 0 h 15942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77827" h="1594293">
                <a:moveTo>
                  <a:pt x="0" y="1594293"/>
                </a:moveTo>
                <a:lnTo>
                  <a:pt x="1577827" y="1594293"/>
                </a:lnTo>
                <a:lnTo>
                  <a:pt x="1577827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endParaRPr lang="zh-CN" altLang="en-US"/>
          </a:p>
        </p:txBody>
      </p:sp>
      <p:sp>
        <p:nvSpPr>
          <p:cNvPr id="10490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27" name="Slide Number Placeholder 6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, 7 ite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65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66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1281113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7" name="Text Placeholder 39"/>
          <p:cNvSpPr>
            <a:spLocks noGrp="1"/>
          </p:cNvSpPr>
          <p:nvPr>
            <p:ph type="body" sz="quarter" idx="29"/>
          </p:nvPr>
        </p:nvSpPr>
        <p:spPr>
          <a:xfrm>
            <a:off x="1281113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8" name="Text Placeholder 39"/>
          <p:cNvSpPr>
            <a:spLocks noGrp="1"/>
          </p:cNvSpPr>
          <p:nvPr>
            <p:ph type="body" sz="quarter" idx="30"/>
          </p:nvPr>
        </p:nvSpPr>
        <p:spPr>
          <a:xfrm>
            <a:off x="1281113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69" name="Text Placeholder 39"/>
          <p:cNvSpPr>
            <a:spLocks noGrp="1"/>
          </p:cNvSpPr>
          <p:nvPr>
            <p:ph type="body" sz="quarter" idx="31"/>
          </p:nvPr>
        </p:nvSpPr>
        <p:spPr>
          <a:xfrm>
            <a:off x="1281113" y="5256629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0" name="Text Placeholder 39"/>
          <p:cNvSpPr>
            <a:spLocks noGrp="1"/>
          </p:cNvSpPr>
          <p:nvPr>
            <p:ph type="body" sz="quarter" idx="28"/>
          </p:nvPr>
        </p:nvSpPr>
        <p:spPr>
          <a:xfrm>
            <a:off x="6913666" y="2814135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1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6913666" y="3639663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2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6913666" y="4435367"/>
            <a:ext cx="4143375" cy="54184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1" baseline="0"/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73" name="Freeform 17"/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74" name="Freeform 17"/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75" name="Freeform 17"/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76" name="Isosceles Triangle 3"/>
          <p:cNvSpPr/>
          <p:nvPr userDrawn="1"/>
        </p:nvSpPr>
        <p:spPr>
          <a:xfrm rot="5400000" flipH="1">
            <a:off x="82370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8977" name="Isosceles Triangle 4"/>
          <p:cNvSpPr/>
          <p:nvPr userDrawn="1"/>
        </p:nvSpPr>
        <p:spPr>
          <a:xfrm rot="5400000" flipH="1">
            <a:off x="82370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8978" name="Isosceles Triangle 5"/>
          <p:cNvSpPr/>
          <p:nvPr userDrawn="1"/>
        </p:nvSpPr>
        <p:spPr>
          <a:xfrm rot="5400000" flipH="1">
            <a:off x="82370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8979" name="Isosceles Triangle 3"/>
          <p:cNvSpPr/>
          <p:nvPr userDrawn="1"/>
        </p:nvSpPr>
        <p:spPr>
          <a:xfrm rot="5400000" flipH="1">
            <a:off x="823702" y="552697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zh-CN" altLang="en-US"/>
          </a:p>
        </p:txBody>
      </p:sp>
      <p:sp>
        <p:nvSpPr>
          <p:cNvPr id="1048980" name="Isosceles Triangle 6"/>
          <p:cNvSpPr/>
          <p:nvPr userDrawn="1"/>
        </p:nvSpPr>
        <p:spPr>
          <a:xfrm rot="5400000" flipH="1">
            <a:off x="6456152" y="3084150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048981" name="Isosceles Triangle 7"/>
          <p:cNvSpPr/>
          <p:nvPr userDrawn="1"/>
        </p:nvSpPr>
        <p:spPr>
          <a:xfrm rot="5400000" flipH="1">
            <a:off x="6456152" y="3898663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048982" name="Isosceles Triangle 8"/>
          <p:cNvSpPr/>
          <p:nvPr userDrawn="1"/>
        </p:nvSpPr>
        <p:spPr>
          <a:xfrm rot="5400000" flipH="1">
            <a:off x="6456152" y="4713176"/>
            <a:ext cx="294319" cy="253723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endParaRPr lang="zh-CN" altLang="en-US"/>
          </a:p>
        </p:txBody>
      </p:sp>
      <p:sp>
        <p:nvSpPr>
          <p:cNvPr id="1048983" name="Date Placeholder 2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84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85" name="Slide Number Placeholder 4"/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6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10504000" cy="155448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47" name="Content Placeholder 16"/>
          <p:cNvSpPr>
            <a:spLocks noGrp="1"/>
          </p:cNvSpPr>
          <p:nvPr>
            <p:ph sz="quarter" idx="37"/>
          </p:nvPr>
        </p:nvSpPr>
        <p:spPr>
          <a:xfrm>
            <a:off x="844000" y="2576946"/>
            <a:ext cx="10504000" cy="338050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648" name="Freeform 17"/>
          <p:cNvSpPr/>
          <p:nvPr userDrawn="1"/>
        </p:nvSpPr>
        <p:spPr>
          <a:xfrm flipV="1">
            <a:off x="8623300" y="6526800"/>
            <a:ext cx="3568700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649" name="Freeform 17"/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650" name="Freeform 17"/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651" name="Date Placeholder 2"/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652" name="Footer Placeholder 3"/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653" name="Slide Number Placeholder 4"/>
          <p:cNvSpPr>
            <a:spLocks noGrp="1"/>
          </p:cNvSpPr>
          <p:nvPr>
            <p:ph type="sldNum" sz="half" idx="3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8" name="Title 1"/>
          <p:cNvSpPr>
            <a:spLocks noGrp="1"/>
          </p:cNvSpPr>
          <p:nvPr>
            <p:ph type="title"/>
          </p:nvPr>
        </p:nvSpPr>
        <p:spPr>
          <a:xfrm>
            <a:off x="844000" y="1927933"/>
            <a:ext cx="10504000" cy="1135871"/>
          </a:xfrm>
        </p:spPr>
        <p:txBody>
          <a:bodyPr lIns="0" tIns="0" rIns="0" bIns="0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59" name="Content Placeholder 16"/>
          <p:cNvSpPr>
            <a:spLocks noGrp="1"/>
          </p:cNvSpPr>
          <p:nvPr>
            <p:ph sz="quarter" idx="37"/>
          </p:nvPr>
        </p:nvSpPr>
        <p:spPr>
          <a:xfrm>
            <a:off x="844000" y="3269675"/>
            <a:ext cx="10504000" cy="2225963"/>
          </a:xfrm>
        </p:spPr>
        <p:txBody>
          <a:bodyPr>
            <a:normAutofit/>
          </a:bodyPr>
          <a:lstStyle>
            <a:lvl1pPr marL="0" indent="0" algn="l">
              <a:buNone/>
              <a:defRPr sz="1400"/>
            </a:lvl1pPr>
            <a:lvl2pPr marL="457200" indent="0" algn="l">
              <a:buNone/>
              <a:defRPr sz="1200"/>
            </a:lvl2pPr>
            <a:lvl3pPr marL="914400" indent="0" algn="l">
              <a:buNone/>
              <a:defRPr sz="1100"/>
            </a:lvl3pPr>
            <a:lvl4pPr marL="1371600" indent="0" algn="l">
              <a:buNone/>
              <a:defRPr sz="1050"/>
            </a:lvl4pPr>
            <a:lvl5pPr marL="1828800" indent="0" algn="l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60" name="Freeform: Shape 6"/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9061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62" name="Freeform 17"/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6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6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65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8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39" name="Picture Placeholder 43"/>
          <p:cNvSpPr>
            <a:spLocks noGrp="1"/>
          </p:cNvSpPr>
          <p:nvPr>
            <p:ph type="pic" sz="quarter" idx="39"/>
          </p:nvPr>
        </p:nvSpPr>
        <p:spPr>
          <a:xfrm>
            <a:off x="620968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40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2290761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1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2290762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2" name="Picture Placeholder 45"/>
          <p:cNvSpPr>
            <a:spLocks noGrp="1"/>
          </p:cNvSpPr>
          <p:nvPr>
            <p:ph type="pic" sz="quarter" idx="41"/>
          </p:nvPr>
        </p:nvSpPr>
        <p:spPr>
          <a:xfrm>
            <a:off x="620968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43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2290761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4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2290762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5" name="Picture Placeholder 44"/>
          <p:cNvSpPr>
            <a:spLocks noGrp="1"/>
          </p:cNvSpPr>
          <p:nvPr>
            <p:ph type="pic" sz="quarter" idx="40"/>
          </p:nvPr>
        </p:nvSpPr>
        <p:spPr>
          <a:xfrm>
            <a:off x="6195673" y="2134688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46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7872639" y="2128094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7" name="Text Placeholder 39"/>
          <p:cNvSpPr>
            <a:spLocks noGrp="1"/>
          </p:cNvSpPr>
          <p:nvPr>
            <p:ph type="body" sz="quarter" idx="36"/>
          </p:nvPr>
        </p:nvSpPr>
        <p:spPr>
          <a:xfrm>
            <a:off x="7872639" y="2832099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48" name="Picture Placeholder 46"/>
          <p:cNvSpPr>
            <a:spLocks noGrp="1"/>
          </p:cNvSpPr>
          <p:nvPr>
            <p:ph type="pic" sz="quarter" idx="42"/>
          </p:nvPr>
        </p:nvSpPr>
        <p:spPr>
          <a:xfrm>
            <a:off x="6195673" y="398172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49" name="Text Placeholder 39"/>
          <p:cNvSpPr>
            <a:spLocks noGrp="1"/>
          </p:cNvSpPr>
          <p:nvPr>
            <p:ph type="body" sz="quarter" idx="37"/>
          </p:nvPr>
        </p:nvSpPr>
        <p:spPr>
          <a:xfrm>
            <a:off x="7872639" y="3830353"/>
            <a:ext cx="3663194" cy="60732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50" name="Text Placeholder 39"/>
          <p:cNvSpPr>
            <a:spLocks noGrp="1"/>
          </p:cNvSpPr>
          <p:nvPr>
            <p:ph type="body" sz="quarter" idx="38"/>
          </p:nvPr>
        </p:nvSpPr>
        <p:spPr>
          <a:xfrm>
            <a:off x="7872639" y="4533817"/>
            <a:ext cx="3663194" cy="894123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51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52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53" name="Date Placeholder 6"/>
          <p:cNvSpPr>
            <a:spLocks noGrp="1"/>
          </p:cNvSpPr>
          <p:nvPr>
            <p:ph type="dt" sz="half" idx="43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54" name="Footer Placeholder 7"/>
          <p:cNvSpPr>
            <a:spLocks noGrp="1"/>
          </p:cNvSpPr>
          <p:nvPr>
            <p:ph type="ftr" sz="quarter" idx="44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55" name="Slide Number Placeholder 8"/>
          <p:cNvSpPr>
            <a:spLocks noGrp="1"/>
          </p:cNvSpPr>
          <p:nvPr>
            <p:ph type="sldNum" sz="half" idx="45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31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32" name="Text Placeholder 39"/>
          <p:cNvSpPr>
            <a:spLocks noGrp="1"/>
          </p:cNvSpPr>
          <p:nvPr>
            <p:ph type="body" sz="quarter" idx="39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3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4" name="Text Placeholder 39"/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5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6" name="Text Placeholder 39"/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7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8" name="Text Placeholder 39"/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39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40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41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42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43" name="Footer Placeholder 8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44" name="Slide Number Placeholder 9"/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0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31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1738206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2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1738206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3" name="Text Placeholder 39"/>
          <p:cNvSpPr>
            <a:spLocks noGrp="1"/>
          </p:cNvSpPr>
          <p:nvPr>
            <p:ph type="body" sz="quarter" idx="30"/>
          </p:nvPr>
        </p:nvSpPr>
        <p:spPr>
          <a:xfrm>
            <a:off x="1738206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4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1738206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5" name="Text Placeholder 39"/>
          <p:cNvSpPr>
            <a:spLocks noGrp="1"/>
          </p:cNvSpPr>
          <p:nvPr>
            <p:ph type="body" sz="quarter" idx="29"/>
          </p:nvPr>
        </p:nvSpPr>
        <p:spPr>
          <a:xfrm>
            <a:off x="6511651" y="2065422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6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6511651" y="2705744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7" name="Text Placeholder 39"/>
          <p:cNvSpPr>
            <a:spLocks noGrp="1"/>
          </p:cNvSpPr>
          <p:nvPr>
            <p:ph type="body" sz="quarter" idx="31"/>
          </p:nvPr>
        </p:nvSpPr>
        <p:spPr>
          <a:xfrm>
            <a:off x="6511651" y="4088710"/>
            <a:ext cx="3914265" cy="515847"/>
          </a:xfrm>
        </p:spPr>
        <p:txBody>
          <a:bodyPr lIns="0" tIns="0" rIns="0" bIns="0" anchor="b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8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6511651" y="4725213"/>
            <a:ext cx="3914265" cy="1254664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39" name="Freeform 10"/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40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41" name="Date Placeholder 7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642" name="Footer Placeholder 8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643" name="Slide Number Placeholder 9"/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2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613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4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5" name="Text Placeholder 39"/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6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7" name="Text Placeholder 39"/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8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19" name="Text Placeholder 39"/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0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621" name="Picture Placeholder 33"/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622" name="Freeform 10"/>
          <p:cNvSpPr/>
          <p:nvPr userDrawn="1"/>
        </p:nvSpPr>
        <p:spPr>
          <a:xfrm>
            <a:off x="0" y="6173664"/>
            <a:ext cx="844000" cy="684336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23" name="Freeform: Shape 6"/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624" name="Freeform 17"/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625" name="Date Placeholder 5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626" name="Footer Placeholder 7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627" name="Slide Number Placeholder 8"/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20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21" name="Picture Placeholder 22"/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922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3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4" name="Picture Placeholder 23"/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925" name="Text Placeholder 39"/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6" name="Text Placeholder 39"/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7" name="Picture Placeholder 24"/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928" name="Text Placeholder 39"/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29" name="Text Placeholder 39"/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0" name="Picture Placeholder 25"/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931" name="Text Placeholder 39"/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2" name="Text Placeholder 39"/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33" name="Freeform 10"/>
          <p:cNvSpPr/>
          <p:nvPr userDrawn="1"/>
        </p:nvSpPr>
        <p:spPr>
          <a:xfrm>
            <a:off x="1129200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34" name="Freeform 10"/>
          <p:cNvSpPr/>
          <p:nvPr userDrawn="1"/>
        </p:nvSpPr>
        <p:spPr>
          <a:xfrm>
            <a:off x="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35" name="Date Placeholder 7"/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36" name="Footer Placeholder 8"/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37" name="Slide Number Placeholder 9"/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3-item Lists,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2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03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1405952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4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1405954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5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1405954" y="4326807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6" name="Text Placeholder 39"/>
          <p:cNvSpPr>
            <a:spLocks noGrp="1"/>
          </p:cNvSpPr>
          <p:nvPr>
            <p:ph type="body" sz="quarter" idx="36"/>
          </p:nvPr>
        </p:nvSpPr>
        <p:spPr>
          <a:xfrm>
            <a:off x="1405954" y="5046264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7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6855395" y="2154648"/>
            <a:ext cx="3838002" cy="594981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8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6855395" y="2874105"/>
            <a:ext cx="3838000" cy="131300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09" name="Picture Placeholder 26"/>
          <p:cNvSpPr>
            <a:spLocks noGrp="1"/>
          </p:cNvSpPr>
          <p:nvPr>
            <p:ph type="pic" sz="quarter" idx="37"/>
          </p:nvPr>
        </p:nvSpPr>
        <p:spPr>
          <a:xfrm>
            <a:off x="6855393" y="4443647"/>
            <a:ext cx="3930649" cy="1778549"/>
          </a:xfrm>
          <a:custGeom>
            <a:avLst/>
            <a:gdLst>
              <a:gd name="connsiteX0" fmla="*/ 0 w 3930649"/>
              <a:gd name="connsiteY0" fmla="*/ 0 h 1778549"/>
              <a:gd name="connsiteX1" fmla="*/ 3930649 w 3930649"/>
              <a:gd name="connsiteY1" fmla="*/ 0 h 1778549"/>
              <a:gd name="connsiteX2" fmla="*/ 3930649 w 3930649"/>
              <a:gd name="connsiteY2" fmla="*/ 1778549 h 1778549"/>
              <a:gd name="connsiteX3" fmla="*/ 0 w 3930649"/>
              <a:gd name="connsiteY3" fmla="*/ 1778549 h 17785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930649" h="1778549">
                <a:moveTo>
                  <a:pt x="0" y="0"/>
                </a:moveTo>
                <a:lnTo>
                  <a:pt x="3930649" y="0"/>
                </a:lnTo>
                <a:lnTo>
                  <a:pt x="3930649" y="1778549"/>
                </a:lnTo>
                <a:lnTo>
                  <a:pt x="0" y="17785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810" name="Freeform 10"/>
          <p:cNvSpPr/>
          <p:nvPr userDrawn="1"/>
        </p:nvSpPr>
        <p:spPr>
          <a:xfrm>
            <a:off x="0" y="595800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11" name="Freeform 10"/>
          <p:cNvSpPr/>
          <p:nvPr userDrawn="1"/>
        </p:nvSpPr>
        <p:spPr>
          <a:xfrm>
            <a:off x="11292000" y="0"/>
            <a:ext cx="900000" cy="900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12" name="Date Placeholder 7"/>
          <p:cNvSpPr>
            <a:spLocks noGrp="1"/>
          </p:cNvSpPr>
          <p:nvPr>
            <p:ph type="dt" sz="half" idx="38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13" name="Footer Placeholder 8"/>
          <p:cNvSpPr>
            <a:spLocks noGrp="1"/>
          </p:cNvSpPr>
          <p:nvPr>
            <p:ph type="ftr" sz="quarter" idx="39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14" name="Slide Number Placeholder 9"/>
          <p:cNvSpPr>
            <a:spLocks noGrp="1"/>
          </p:cNvSpPr>
          <p:nvPr>
            <p:ph type="sldNum" sz="half" idx="40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94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95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844001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6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844001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7" name="Text Placeholder 39"/>
          <p:cNvSpPr>
            <a:spLocks noGrp="1"/>
          </p:cNvSpPr>
          <p:nvPr>
            <p:ph type="body" sz="quarter" idx="28"/>
          </p:nvPr>
        </p:nvSpPr>
        <p:spPr>
          <a:xfrm>
            <a:off x="844000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8" name="Text Placeholder 39"/>
          <p:cNvSpPr>
            <a:spLocks noGrp="1"/>
          </p:cNvSpPr>
          <p:nvPr>
            <p:ph type="body" sz="quarter" idx="34"/>
          </p:nvPr>
        </p:nvSpPr>
        <p:spPr>
          <a:xfrm>
            <a:off x="844001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99" name="Text Placeholder 39"/>
          <p:cNvSpPr>
            <a:spLocks noGrp="1"/>
          </p:cNvSpPr>
          <p:nvPr>
            <p:ph type="body" sz="quarter" idx="29"/>
          </p:nvPr>
        </p:nvSpPr>
        <p:spPr>
          <a:xfrm>
            <a:off x="4306882" y="2064569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0" name="Text Placeholder 39"/>
          <p:cNvSpPr>
            <a:spLocks noGrp="1"/>
          </p:cNvSpPr>
          <p:nvPr>
            <p:ph type="body" sz="quarter" idx="33"/>
          </p:nvPr>
        </p:nvSpPr>
        <p:spPr>
          <a:xfrm>
            <a:off x="4306883" y="2966508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1" name="Text Placeholder 39"/>
          <p:cNvSpPr>
            <a:spLocks noGrp="1"/>
          </p:cNvSpPr>
          <p:nvPr>
            <p:ph type="body" sz="quarter" idx="30"/>
          </p:nvPr>
        </p:nvSpPr>
        <p:spPr>
          <a:xfrm>
            <a:off x="4306882" y="4159453"/>
            <a:ext cx="3241114" cy="776526"/>
          </a:xfrm>
        </p:spPr>
        <p:txBody>
          <a:bodyPr lIns="0" tIns="0" rIns="0" bIns="0" anchor="b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2" name="Text Placeholder 39"/>
          <p:cNvSpPr>
            <a:spLocks noGrp="1"/>
          </p:cNvSpPr>
          <p:nvPr>
            <p:ph type="body" sz="quarter" idx="35"/>
          </p:nvPr>
        </p:nvSpPr>
        <p:spPr>
          <a:xfrm>
            <a:off x="4306883" y="5061042"/>
            <a:ext cx="3241113" cy="1110012"/>
          </a:xfrm>
        </p:spPr>
        <p:txBody>
          <a:bodyPr lIns="0" tIns="0" rIns="0" bIns="0" anchor="t">
            <a:noAutofit/>
          </a:bodyPr>
          <a:lstStyle>
            <a:lvl1pPr marL="0" indent="0" algn="l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903" name="Picture Placeholder 19"/>
          <p:cNvSpPr>
            <a:spLocks noGrp="1"/>
          </p:cNvSpPr>
          <p:nvPr>
            <p:ph type="pic" sz="quarter" idx="21"/>
          </p:nvPr>
        </p:nvSpPr>
        <p:spPr>
          <a:xfrm>
            <a:off x="8093484" y="2457906"/>
            <a:ext cx="3171870" cy="3713149"/>
          </a:xfrm>
          <a:custGeom>
            <a:avLst/>
            <a:gdLst>
              <a:gd name="connsiteX0" fmla="*/ 0 w 3171870"/>
              <a:gd name="connsiteY0" fmla="*/ 0 h 3713149"/>
              <a:gd name="connsiteX1" fmla="*/ 3171870 w 3171870"/>
              <a:gd name="connsiteY1" fmla="*/ 0 h 3713149"/>
              <a:gd name="connsiteX2" fmla="*/ 3171870 w 3171870"/>
              <a:gd name="connsiteY2" fmla="*/ 3713149 h 3713149"/>
              <a:gd name="connsiteX3" fmla="*/ 0 w 3171870"/>
              <a:gd name="connsiteY3" fmla="*/ 3713149 h 3713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71870" h="3713149">
                <a:moveTo>
                  <a:pt x="0" y="0"/>
                </a:moveTo>
                <a:lnTo>
                  <a:pt x="3171870" y="0"/>
                </a:lnTo>
                <a:lnTo>
                  <a:pt x="3171870" y="3713149"/>
                </a:lnTo>
                <a:lnTo>
                  <a:pt x="0" y="371314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8904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05" name="Freeform: Shape 10"/>
          <p:cNvSpPr/>
          <p:nvPr userDrawn="1"/>
        </p:nvSpPr>
        <p:spPr>
          <a:xfrm>
            <a:off x="2" y="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906" name="Freeform 17"/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07" name="Date Placeholder 8"/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08" name="Footer Placeholder 9"/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09" name="Slide Number Placeholder 20"/>
          <p:cNvSpPr>
            <a:spLocks noGrp="1"/>
          </p:cNvSpPr>
          <p:nvPr>
            <p:ph type="sldNum" sz="half" idx="38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73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74" name="Picture Placeholder 10"/>
          <p:cNvSpPr>
            <a:spLocks noGrp="1"/>
          </p:cNvSpPr>
          <p:nvPr>
            <p:ph type="pic" sz="quarter" idx="39"/>
          </p:nvPr>
        </p:nvSpPr>
        <p:spPr>
          <a:xfrm>
            <a:off x="132233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075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76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77" name="Picture Placeholder 11"/>
          <p:cNvSpPr>
            <a:spLocks noGrp="1"/>
          </p:cNvSpPr>
          <p:nvPr>
            <p:ph type="pic" sz="quarter" idx="40"/>
          </p:nvPr>
        </p:nvSpPr>
        <p:spPr>
          <a:xfrm>
            <a:off x="4017396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078" name="Text Placeholder 39"/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79" name="Text Placeholder 39"/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80" name="Picture Placeholder 12"/>
          <p:cNvSpPr>
            <a:spLocks noGrp="1"/>
          </p:cNvSpPr>
          <p:nvPr>
            <p:ph type="pic" sz="quarter" idx="41"/>
          </p:nvPr>
        </p:nvSpPr>
        <p:spPr>
          <a:xfrm>
            <a:off x="6723080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081" name="Text Placeholder 39"/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82" name="Text Placeholder 39"/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83" name="Picture Placeholder 13"/>
          <p:cNvSpPr>
            <a:spLocks noGrp="1"/>
          </p:cNvSpPr>
          <p:nvPr>
            <p:ph type="pic" sz="quarter" idx="42"/>
          </p:nvPr>
        </p:nvSpPr>
        <p:spPr>
          <a:xfrm>
            <a:off x="9428764" y="2092306"/>
            <a:ext cx="1446212" cy="1446213"/>
          </a:xfrm>
          <a:custGeom>
            <a:avLst/>
            <a:gdLst>
              <a:gd name="connsiteX0" fmla="*/ 722009 w 1446212"/>
              <a:gd name="connsiteY0" fmla="*/ 0 h 1446213"/>
              <a:gd name="connsiteX1" fmla="*/ 724204 w 1446212"/>
              <a:gd name="connsiteY1" fmla="*/ 0 h 1446213"/>
              <a:gd name="connsiteX2" fmla="*/ 1446212 w 1446212"/>
              <a:gd name="connsiteY2" fmla="*/ 722008 h 1446213"/>
              <a:gd name="connsiteX3" fmla="*/ 1446212 w 1446212"/>
              <a:gd name="connsiteY3" fmla="*/ 724205 h 1446213"/>
              <a:gd name="connsiteX4" fmla="*/ 724204 w 1446212"/>
              <a:gd name="connsiteY4" fmla="*/ 1446213 h 1446213"/>
              <a:gd name="connsiteX5" fmla="*/ 722009 w 1446212"/>
              <a:gd name="connsiteY5" fmla="*/ 1446213 h 1446213"/>
              <a:gd name="connsiteX6" fmla="*/ 0 w 1446212"/>
              <a:gd name="connsiteY6" fmla="*/ 724204 h 1446213"/>
              <a:gd name="connsiteX7" fmla="*/ 0 w 1446212"/>
              <a:gd name="connsiteY7" fmla="*/ 722009 h 14462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446212" h="1446213">
                <a:moveTo>
                  <a:pt x="722009" y="0"/>
                </a:moveTo>
                <a:lnTo>
                  <a:pt x="724204" y="0"/>
                </a:lnTo>
                <a:lnTo>
                  <a:pt x="1446212" y="722008"/>
                </a:lnTo>
                <a:lnTo>
                  <a:pt x="1446212" y="724205"/>
                </a:lnTo>
                <a:lnTo>
                  <a:pt x="724204" y="1446213"/>
                </a:lnTo>
                <a:lnTo>
                  <a:pt x="722009" y="1446213"/>
                </a:lnTo>
                <a:lnTo>
                  <a:pt x="0" y="724204"/>
                </a:lnTo>
                <a:lnTo>
                  <a:pt x="0" y="722009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084" name="Text Placeholder 39"/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85" name="Text Placeholder 39"/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086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87" name="Date Placeholder 7"/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88" name="Footer Placeholder 8"/>
          <p:cNvSpPr>
            <a:spLocks noGrp="1"/>
          </p:cNvSpPr>
          <p:nvPr>
            <p:ph type="ftr" sz="quarter" idx="5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89" name="Slide Number Placeholder 9"/>
          <p:cNvSpPr>
            <a:spLocks noGrp="1"/>
          </p:cNvSpPr>
          <p:nvPr>
            <p:ph type="sldNum" sz="half" idx="5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49090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4-item Lists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9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50" name="Rectangle 21"/>
          <p:cNvSpPr/>
          <p:nvPr userDrawn="1"/>
        </p:nvSpPr>
        <p:spPr>
          <a:xfrm rot="2700000">
            <a:off x="159544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1048851" name="Text Placeholder 22"/>
          <p:cNvSpPr>
            <a:spLocks noGrp="1"/>
          </p:cNvSpPr>
          <p:nvPr>
            <p:ph type="body" sz="quarter" idx="53" hasCustomPrompt="1"/>
          </p:nvPr>
        </p:nvSpPr>
        <p:spPr>
          <a:xfrm>
            <a:off x="177585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baseline="0"/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048852" name="Text Placeholder 39"/>
          <p:cNvSpPr>
            <a:spLocks noGrp="1"/>
          </p:cNvSpPr>
          <p:nvPr>
            <p:ph type="body" sz="quarter" idx="27"/>
          </p:nvPr>
        </p:nvSpPr>
        <p:spPr>
          <a:xfrm>
            <a:off x="84931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3" name="Text Placeholder 39"/>
          <p:cNvSpPr>
            <a:spLocks noGrp="1"/>
          </p:cNvSpPr>
          <p:nvPr>
            <p:ph type="body" sz="quarter" idx="32"/>
          </p:nvPr>
        </p:nvSpPr>
        <p:spPr>
          <a:xfrm>
            <a:off x="844000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4" name="Rectangle 20"/>
          <p:cNvSpPr/>
          <p:nvPr userDrawn="1"/>
        </p:nvSpPr>
        <p:spPr>
          <a:xfrm rot="2700000">
            <a:off x="4290502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55" name="Text Placeholder 22"/>
          <p:cNvSpPr>
            <a:spLocks noGrp="1"/>
          </p:cNvSpPr>
          <p:nvPr>
            <p:ph type="body" sz="quarter" idx="54" hasCustomPrompt="1"/>
          </p:nvPr>
        </p:nvSpPr>
        <p:spPr>
          <a:xfrm>
            <a:off x="4471925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1048856" name="Text Placeholder 39"/>
          <p:cNvSpPr>
            <a:spLocks noGrp="1"/>
          </p:cNvSpPr>
          <p:nvPr>
            <p:ph type="body" sz="quarter" idx="43"/>
          </p:nvPr>
        </p:nvSpPr>
        <p:spPr>
          <a:xfrm>
            <a:off x="3544373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7" name="Text Placeholder 39"/>
          <p:cNvSpPr>
            <a:spLocks noGrp="1"/>
          </p:cNvSpPr>
          <p:nvPr>
            <p:ph type="body" sz="quarter" idx="44"/>
          </p:nvPr>
        </p:nvSpPr>
        <p:spPr>
          <a:xfrm>
            <a:off x="3544373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 baseline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58" name="Rectangle 18"/>
          <p:cNvSpPr/>
          <p:nvPr userDrawn="1"/>
        </p:nvSpPr>
        <p:spPr>
          <a:xfrm rot="2700000">
            <a:off x="6996186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59" name="Text Placeholder 22"/>
          <p:cNvSpPr>
            <a:spLocks noGrp="1"/>
          </p:cNvSpPr>
          <p:nvPr>
            <p:ph type="body" sz="quarter" idx="55" hasCustomPrompt="1"/>
          </p:nvPr>
        </p:nvSpPr>
        <p:spPr>
          <a:xfrm>
            <a:off x="7177609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1048860" name="Text Placeholder 39"/>
          <p:cNvSpPr>
            <a:spLocks noGrp="1"/>
          </p:cNvSpPr>
          <p:nvPr>
            <p:ph type="body" sz="quarter" idx="45"/>
          </p:nvPr>
        </p:nvSpPr>
        <p:spPr>
          <a:xfrm>
            <a:off x="6250057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1" name="Text Placeholder 39"/>
          <p:cNvSpPr>
            <a:spLocks noGrp="1"/>
          </p:cNvSpPr>
          <p:nvPr>
            <p:ph type="body" sz="quarter" idx="46"/>
          </p:nvPr>
        </p:nvSpPr>
        <p:spPr>
          <a:xfrm>
            <a:off x="6250057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2" name="Rectangle 19"/>
          <p:cNvSpPr/>
          <p:nvPr userDrawn="1"/>
        </p:nvSpPr>
        <p:spPr>
          <a:xfrm rot="2700000">
            <a:off x="9701870" y="2342604"/>
            <a:ext cx="900000" cy="900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863" name="Text Placeholder 22"/>
          <p:cNvSpPr>
            <a:spLocks noGrp="1"/>
          </p:cNvSpPr>
          <p:nvPr>
            <p:ph type="body" sz="quarter" idx="56" hasCustomPrompt="1"/>
          </p:nvPr>
        </p:nvSpPr>
        <p:spPr>
          <a:xfrm>
            <a:off x="9883293" y="2555875"/>
            <a:ext cx="538162" cy="47198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/>
            </a:lvl1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1048864" name="Text Placeholder 39"/>
          <p:cNvSpPr>
            <a:spLocks noGrp="1"/>
          </p:cNvSpPr>
          <p:nvPr>
            <p:ph type="body" sz="quarter" idx="48"/>
          </p:nvPr>
        </p:nvSpPr>
        <p:spPr>
          <a:xfrm>
            <a:off x="8955741" y="3605138"/>
            <a:ext cx="2392258" cy="1099928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800" b="0" baseline="0">
                <a:latin typeface="+mj-lt"/>
                <a:ea typeface="+mj-ea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5" name="Text Placeholder 39"/>
          <p:cNvSpPr>
            <a:spLocks noGrp="1"/>
          </p:cNvSpPr>
          <p:nvPr>
            <p:ph type="body" sz="quarter" idx="47"/>
          </p:nvPr>
        </p:nvSpPr>
        <p:spPr>
          <a:xfrm>
            <a:off x="8955741" y="4772803"/>
            <a:ext cx="2386947" cy="1109791"/>
          </a:xfrm>
        </p:spPr>
        <p:txBody>
          <a:bodyPr lIns="0" tIns="0" rIns="0" bIns="0" anchor="t">
            <a:noAutofit/>
          </a:bodyPr>
          <a:lstStyle>
            <a:lvl1pPr marL="0" indent="0" algn="ctr">
              <a:lnSpc>
                <a:spcPct val="120000"/>
              </a:lnSpc>
              <a:spcBef>
                <a:spcPts val="0"/>
              </a:spcBef>
              <a:buNone/>
              <a:defRPr sz="1400" b="0">
                <a:latin typeface="+mn-lt"/>
              </a:defRPr>
            </a:lvl1pPr>
            <a:lvl2pPr marL="0" indent="0">
              <a:lnSpc>
                <a:spcPct val="100000"/>
              </a:lnSpc>
              <a:spcBef>
                <a:spcPts val="0"/>
              </a:spcBef>
              <a:defRPr sz="1800" b="1"/>
            </a:lvl2pPr>
            <a:lvl3pPr marL="0" indent="0">
              <a:lnSpc>
                <a:spcPct val="100000"/>
              </a:lnSpc>
              <a:spcBef>
                <a:spcPts val="0"/>
              </a:spcBef>
              <a:defRPr sz="1800" b="1"/>
            </a:lvl3pPr>
            <a:lvl4pPr marL="0" indent="0">
              <a:lnSpc>
                <a:spcPct val="100000"/>
              </a:lnSpc>
              <a:spcBef>
                <a:spcPts val="0"/>
              </a:spcBef>
              <a:defRPr sz="1800" b="1"/>
            </a:lvl4pPr>
            <a:lvl5pPr marL="0" indent="0">
              <a:lnSpc>
                <a:spcPct val="100000"/>
              </a:lnSpc>
              <a:spcBef>
                <a:spcPts val="0"/>
              </a:spcBef>
              <a:defRPr sz="1800" b="1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866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67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68" name="Date Placeholder 7"/>
          <p:cNvSpPr>
            <a:spLocks noGrp="1"/>
          </p:cNvSpPr>
          <p:nvPr>
            <p:ph type="dt" sz="half" idx="57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69" name="Footer Placeholder 8"/>
          <p:cNvSpPr>
            <a:spLocks noGrp="1"/>
          </p:cNvSpPr>
          <p:nvPr>
            <p:ph type="ftr" sz="quarter" idx="58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70" name="Slide Number Placeholder 9"/>
          <p:cNvSpPr>
            <a:spLocks noGrp="1"/>
          </p:cNvSpPr>
          <p:nvPr>
            <p:ph type="sldNum" sz="half" idx="59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1" name="Title 1"/>
          <p:cNvSpPr>
            <a:spLocks noGrp="1"/>
          </p:cNvSpPr>
          <p:nvPr>
            <p:ph type="title"/>
          </p:nvPr>
        </p:nvSpPr>
        <p:spPr>
          <a:xfrm>
            <a:off x="844001" y="831919"/>
            <a:ext cx="10504000" cy="528186"/>
          </a:xfrm>
        </p:spPr>
        <p:txBody>
          <a:bodyPr lIns="0" tIns="0" rIns="0" bIns="0" anchor="ctr">
            <a:no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2" name="Content Placeholder 2"/>
          <p:cNvSpPr>
            <a:spLocks noGrp="1"/>
          </p:cNvSpPr>
          <p:nvPr>
            <p:ph idx="1"/>
          </p:nvPr>
        </p:nvSpPr>
        <p:spPr>
          <a:xfrm>
            <a:off x="844000" y="1474839"/>
            <a:ext cx="10504000" cy="4551241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73" name="Freeform 10"/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74" name="Freeform 10"/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7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7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77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Only (Max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38" name="Title 1"/>
          <p:cNvSpPr>
            <a:spLocks noGrp="1"/>
          </p:cNvSpPr>
          <p:nvPr>
            <p:ph type="title"/>
          </p:nvPr>
        </p:nvSpPr>
        <p:spPr>
          <a:xfrm>
            <a:off x="841248" y="-1325880"/>
            <a:ext cx="10515600" cy="1325880"/>
          </a:xfrm>
        </p:spPr>
        <p:txBody>
          <a:bodyPr lIns="0" tIns="0" rIns="0" bIns="0" anchor="ctr">
            <a:normAutofit/>
          </a:bodyPr>
          <a:lstStyle>
            <a:lvl1pPr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39" name="Content Placeholder 2"/>
          <p:cNvSpPr>
            <a:spLocks noGrp="1"/>
          </p:cNvSpPr>
          <p:nvPr>
            <p:ph idx="1"/>
          </p:nvPr>
        </p:nvSpPr>
        <p:spPr>
          <a:xfrm>
            <a:off x="137159" y="367091"/>
            <a:ext cx="11924209" cy="612381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4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4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42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3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10504000" cy="848979"/>
          </a:xfrm>
        </p:spPr>
        <p:txBody>
          <a:bodyPr lIns="0" tIns="0" rIns="0" bIns="0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4" name="Content Placeholder 2"/>
          <p:cNvSpPr>
            <a:spLocks noGrp="1"/>
          </p:cNvSpPr>
          <p:nvPr>
            <p:ph idx="1"/>
          </p:nvPr>
        </p:nvSpPr>
        <p:spPr>
          <a:xfrm>
            <a:off x="844000" y="1945532"/>
            <a:ext cx="10504000" cy="4080548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25" name="Freeform: Shape 6"/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726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72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  <a:fld id="{990E4242-8CA0-457D-B3B1-7D78B4164321}" type="datetime1">
              <a:rPr lang="en-US" smtClean="0"/>
              <a:t>3/27/2026</a:t>
            </a:fld>
            <a:endParaRPr lang="en-US"/>
          </a:p>
        </p:txBody>
      </p:sp>
      <p:sp>
        <p:nvSpPr>
          <p:cNvPr id="104872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Sample Footer Text</a:t>
            </a:r>
          </a:p>
        </p:txBody>
      </p:sp>
      <p:sp>
        <p:nvSpPr>
          <p:cNvPr id="104872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  <p:sp>
        <p:nvSpPr>
          <p:cNvPr id="1048730" name="Freeform 10"/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4" name="Title 1"/>
          <p:cNvSpPr>
            <a:spLocks noGrp="1"/>
          </p:cNvSpPr>
          <p:nvPr>
            <p:ph type="title"/>
          </p:nvPr>
        </p:nvSpPr>
        <p:spPr>
          <a:xfrm>
            <a:off x="1028347" y="2385975"/>
            <a:ext cx="4325112" cy="2454796"/>
          </a:xfrm>
        </p:spPr>
        <p:txBody>
          <a:bodyPr lIns="0" tIns="0" rIns="0" bIns="0" anchor="ctr">
            <a:noAutofit/>
          </a:bodyPr>
          <a:lstStyle>
            <a:lvl1pPr>
              <a:defRPr sz="4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5" name="Content Placeholder 7"/>
          <p:cNvSpPr>
            <a:spLocks noGrp="1"/>
          </p:cNvSpPr>
          <p:nvPr>
            <p:ph sz="quarter" idx="13"/>
          </p:nvPr>
        </p:nvSpPr>
        <p:spPr>
          <a:xfrm>
            <a:off x="6273800" y="2386584"/>
            <a:ext cx="4325112" cy="2459736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6" name="Freeform 10"/>
          <p:cNvSpPr/>
          <p:nvPr userDrawn="1"/>
        </p:nvSpPr>
        <p:spPr>
          <a:xfrm>
            <a:off x="0" y="4960385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67" name="Freeform 10"/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6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6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70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73" name="Title 1"/>
          <p:cNvSpPr>
            <a:spLocks noGrp="1"/>
          </p:cNvSpPr>
          <p:nvPr>
            <p:ph type="title"/>
          </p:nvPr>
        </p:nvSpPr>
        <p:spPr>
          <a:xfrm>
            <a:off x="1028347" y="2258568"/>
            <a:ext cx="3813048" cy="355701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74" name="Content Placeholder 7"/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75" name="Freeform 10"/>
          <p:cNvSpPr/>
          <p:nvPr userDrawn="1"/>
        </p:nvSpPr>
        <p:spPr>
          <a:xfrm>
            <a:off x="0" y="0"/>
            <a:ext cx="121920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76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77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78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14" name="Title 1"/>
          <p:cNvSpPr>
            <a:spLocks noGrp="1"/>
          </p:cNvSpPr>
          <p:nvPr>
            <p:ph type="title"/>
          </p:nvPr>
        </p:nvSpPr>
        <p:spPr>
          <a:xfrm>
            <a:off x="844000" y="1109587"/>
            <a:ext cx="4145582" cy="4638825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15" name="Content Placeholder 7"/>
          <p:cNvSpPr>
            <a:spLocks noGrp="1"/>
          </p:cNvSpPr>
          <p:nvPr>
            <p:ph sz="quarter" idx="13"/>
          </p:nvPr>
        </p:nvSpPr>
        <p:spPr>
          <a:xfrm>
            <a:off x="5666338" y="1110022"/>
            <a:ext cx="5681662" cy="481806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216" name="Freeform 10"/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17" name="Freeform 10"/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18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19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20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37" name="Title 1"/>
          <p:cNvSpPr>
            <a:spLocks noGrp="1"/>
          </p:cNvSpPr>
          <p:nvPr>
            <p:ph type="title"/>
          </p:nvPr>
        </p:nvSpPr>
        <p:spPr>
          <a:xfrm>
            <a:off x="844000" y="877456"/>
            <a:ext cx="4142232" cy="4940661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38" name="Content Placeholder 7"/>
          <p:cNvSpPr>
            <a:spLocks noGrp="1"/>
          </p:cNvSpPr>
          <p:nvPr>
            <p:ph sz="quarter" idx="13"/>
          </p:nvPr>
        </p:nvSpPr>
        <p:spPr>
          <a:xfrm>
            <a:off x="5188500" y="848720"/>
            <a:ext cx="6159500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39" name="Freeform 17"/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40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41" name="Freeform 17"/>
          <p:cNvSpPr/>
          <p:nvPr userDrawn="1"/>
        </p:nvSpPr>
        <p:spPr>
          <a:xfrm>
            <a:off x="1" y="-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42" name="Freeform 17"/>
          <p:cNvSpPr/>
          <p:nvPr userDrawn="1"/>
        </p:nvSpPr>
        <p:spPr>
          <a:xfrm flipV="1">
            <a:off x="7768799" y="-1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43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44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45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23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3494314" cy="5194161"/>
          </a:xfrm>
        </p:spPr>
        <p:txBody>
          <a:bodyPr lIns="0" tIns="0" rIns="0" bIns="0" anchor="ctr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24" name="Content Placeholder 7"/>
          <p:cNvSpPr>
            <a:spLocks noGrp="1"/>
          </p:cNvSpPr>
          <p:nvPr>
            <p:ph sz="quarter" idx="13"/>
          </p:nvPr>
        </p:nvSpPr>
        <p:spPr>
          <a:xfrm>
            <a:off x="4504268" y="831918"/>
            <a:ext cx="6843732" cy="5194161"/>
          </a:xfr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25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26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27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28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29" name="Slide Number Placeholder 5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6241267" cy="192821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98" name="Content Placeholder 7"/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9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357442" y="831919"/>
            <a:ext cx="394988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600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01" name="Freeform 10"/>
          <p:cNvSpPr/>
          <p:nvPr userDrawn="1"/>
        </p:nvSpPr>
        <p:spPr>
          <a:xfrm>
            <a:off x="0" y="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02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603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604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605" name="Slide Number Placeholder 9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97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98" name="Content Placeholder 7"/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9200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01" name="Freeform 10"/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02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03" name="Date Placeholder 8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04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05" name="Slide Number Placeholder 11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1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4" cy="1928791"/>
          </a:xfrm>
        </p:spPr>
        <p:txBody>
          <a:bodyPr lIns="0" tIns="0" rIns="0" bIns="0" anchor="b">
            <a:noAutofit/>
          </a:bodyPr>
          <a:lstStyle>
            <a:lvl1pPr algn="l"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2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733" name="Freeform 17"/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734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735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36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37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38" name="Slide Number Placeholder 8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48739" name="Content Placeholder 7"/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title"/>
          </p:nvPr>
        </p:nvSpPr>
        <p:spPr>
          <a:xfrm>
            <a:off x="844000" y="825622"/>
            <a:ext cx="5906997" cy="1928790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582" name="Content Placeholder 7"/>
          <p:cNvSpPr>
            <a:spLocks noGrp="1"/>
          </p:cNvSpPr>
          <p:nvPr>
            <p:ph sz="quarter" idx="22"/>
          </p:nvPr>
        </p:nvSpPr>
        <p:spPr>
          <a:xfrm>
            <a:off x="844001" y="2868150"/>
            <a:ext cx="5906996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83" name="Picture Placeholder 10"/>
          <p:cNvSpPr>
            <a:spLocks noGrp="1"/>
          </p:cNvSpPr>
          <p:nvPr>
            <p:ph type="pic" sz="quarter" idx="18"/>
          </p:nvPr>
        </p:nvSpPr>
        <p:spPr>
          <a:xfrm>
            <a:off x="7300452" y="831918"/>
            <a:ext cx="4006875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584" name="Freeform 17"/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585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586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587" name="Date Placeholder 3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588" name="Footer Placeholder 8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589" name="Slide Number Placeholder 9"/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85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6135623" cy="1922494"/>
          </a:xfrm>
        </p:spPr>
        <p:txBody>
          <a:bodyPr lIns="0" tIns="0" rIns="0" bIns="0" anchor="b">
            <a:noAutofit/>
          </a:bodyPr>
          <a:lstStyle>
            <a:lvl1pPr>
              <a:defRPr sz="3600" b="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8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7300453" y="831918"/>
            <a:ext cx="400687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887" name="Freeform: Shape 12"/>
          <p:cNvSpPr/>
          <p:nvPr userDrawn="1"/>
        </p:nvSpPr>
        <p:spPr>
          <a:xfrm>
            <a:off x="2" y="6526800"/>
            <a:ext cx="12191999" cy="331200"/>
          </a:xfrm>
          <a:custGeom>
            <a:avLst/>
            <a:gdLst>
              <a:gd name="connsiteX0" fmla="*/ 0 w 12191999"/>
              <a:gd name="connsiteY0" fmla="*/ 0 h 331200"/>
              <a:gd name="connsiteX1" fmla="*/ 12191999 w 12191999"/>
              <a:gd name="connsiteY1" fmla="*/ 0 h 331200"/>
              <a:gd name="connsiteX2" fmla="*/ 12191999 w 12191999"/>
              <a:gd name="connsiteY2" fmla="*/ 331200 h 331200"/>
              <a:gd name="connsiteX3" fmla="*/ 0 w 12191999"/>
              <a:gd name="connsiteY3" fmla="*/ 331200 h 331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1999" h="331200">
                <a:moveTo>
                  <a:pt x="0" y="0"/>
                </a:moveTo>
                <a:lnTo>
                  <a:pt x="12191999" y="0"/>
                </a:lnTo>
                <a:lnTo>
                  <a:pt x="12191999" y="331200"/>
                </a:lnTo>
                <a:lnTo>
                  <a:pt x="0" y="3312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048888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889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90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91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92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48893" name="Content Placeholder 7"/>
          <p:cNvSpPr>
            <a:spLocks noGrp="1"/>
          </p:cNvSpPr>
          <p:nvPr>
            <p:ph sz="quarter" idx="18"/>
          </p:nvPr>
        </p:nvSpPr>
        <p:spPr>
          <a:xfrm>
            <a:off x="844000" y="2868150"/>
            <a:ext cx="6241267" cy="3157929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41" name="Title 1"/>
          <p:cNvSpPr>
            <a:spLocks noGrp="1"/>
          </p:cNvSpPr>
          <p:nvPr>
            <p:ph type="title"/>
          </p:nvPr>
        </p:nvSpPr>
        <p:spPr>
          <a:xfrm>
            <a:off x="844063" y="831918"/>
            <a:ext cx="4361688" cy="1527048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42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580428" y="831918"/>
            <a:ext cx="5767509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843" name="Freeform 10"/>
          <p:cNvSpPr/>
          <p:nvPr userDrawn="1"/>
        </p:nvSpPr>
        <p:spPr>
          <a:xfrm>
            <a:off x="10927775" y="613410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44" name="Freeform 10"/>
          <p:cNvSpPr/>
          <p:nvPr userDrawn="1"/>
        </p:nvSpPr>
        <p:spPr>
          <a:xfrm>
            <a:off x="0" y="-7294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45" name="Date Placehold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46" name="Footer Placeholder 10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47" name="Slide Number Placeholder 14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  <p:sp>
        <p:nvSpPr>
          <p:cNvPr id="1048848" name="Content Placeholder 7"/>
          <p:cNvSpPr>
            <a:spLocks noGrp="1"/>
          </p:cNvSpPr>
          <p:nvPr>
            <p:ph sz="quarter" idx="18"/>
          </p:nvPr>
        </p:nvSpPr>
        <p:spPr>
          <a:xfrm>
            <a:off x="844000" y="2548648"/>
            <a:ext cx="4361689" cy="3477432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9" name="Title 1"/>
          <p:cNvSpPr>
            <a:spLocks noGrp="1"/>
          </p:cNvSpPr>
          <p:nvPr>
            <p:ph type="title"/>
          </p:nvPr>
        </p:nvSpPr>
        <p:spPr>
          <a:xfrm>
            <a:off x="6825064" y="825622"/>
            <a:ext cx="4522936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50" name="Content Placeholder 7"/>
          <p:cNvSpPr>
            <a:spLocks noGrp="1"/>
          </p:cNvSpPr>
          <p:nvPr>
            <p:ph sz="quarter" idx="14"/>
          </p:nvPr>
        </p:nvSpPr>
        <p:spPr>
          <a:xfrm>
            <a:off x="6830231" y="1970468"/>
            <a:ext cx="4512601" cy="405561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1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3999" y="831918"/>
            <a:ext cx="5648242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8952" name="Freeform 10"/>
          <p:cNvSpPr/>
          <p:nvPr userDrawn="1"/>
        </p:nvSpPr>
        <p:spPr>
          <a:xfrm>
            <a:off x="0" y="613410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53" name="Freeform 10"/>
          <p:cNvSpPr/>
          <p:nvPr userDrawn="1"/>
        </p:nvSpPr>
        <p:spPr>
          <a:xfrm>
            <a:off x="10927775" y="0"/>
            <a:ext cx="1264225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54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55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56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03" name="Title 1"/>
          <p:cNvSpPr>
            <a:spLocks noGrp="1"/>
          </p:cNvSpPr>
          <p:nvPr>
            <p:ph type="title"/>
          </p:nvPr>
        </p:nvSpPr>
        <p:spPr>
          <a:xfrm>
            <a:off x="873490" y="831919"/>
            <a:ext cx="4572000" cy="93268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04" name="Content Placeholder 7"/>
          <p:cNvSpPr>
            <a:spLocks noGrp="1"/>
          </p:cNvSpPr>
          <p:nvPr>
            <p:ph sz="quarter" idx="14"/>
          </p:nvPr>
        </p:nvSpPr>
        <p:spPr>
          <a:xfrm>
            <a:off x="873616" y="1892623"/>
            <a:ext cx="4572000" cy="4133457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05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5917721" y="831919"/>
            <a:ext cx="543028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049006" name="Freeform 17"/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07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08" name="Freeform 17"/>
          <p:cNvSpPr/>
          <p:nvPr userDrawn="1"/>
        </p:nvSpPr>
        <p:spPr>
          <a:xfrm>
            <a:off x="1" y="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09" name="Freeform 17"/>
          <p:cNvSpPr/>
          <p:nvPr userDrawn="1"/>
        </p:nvSpPr>
        <p:spPr>
          <a:xfrm flipV="1">
            <a:off x="0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10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11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12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91" name="Title 1"/>
          <p:cNvSpPr>
            <a:spLocks noGrp="1"/>
          </p:cNvSpPr>
          <p:nvPr>
            <p:ph type="title"/>
          </p:nvPr>
        </p:nvSpPr>
        <p:spPr>
          <a:xfrm>
            <a:off x="7946432" y="831918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92" name="Content Placeholder 7"/>
          <p:cNvSpPr>
            <a:spLocks noGrp="1"/>
          </p:cNvSpPr>
          <p:nvPr>
            <p:ph sz="quarter" idx="14"/>
          </p:nvPr>
        </p:nvSpPr>
        <p:spPr>
          <a:xfrm>
            <a:off x="7946432" y="2539814"/>
            <a:ext cx="3401568" cy="348626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93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4000" y="831918"/>
            <a:ext cx="6740144" cy="5194161"/>
          </a:xfrm>
        </p:spPr>
        <p:txBody>
          <a:bodyPr/>
          <a:lstStyle/>
          <a:p>
            <a:endParaRPr lang="en-US"/>
          </a:p>
        </p:txBody>
      </p:sp>
      <p:sp>
        <p:nvSpPr>
          <p:cNvPr id="1049094" name="Freeform 17"/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95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96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97" name="Date Placeholder 3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98" name="Footer Placeholder 8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99" name="Slide Number Placeholder 9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64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3401568" cy="1527048"/>
          </a:xfrm>
        </p:spPr>
        <p:txBody>
          <a:bodyPr lIns="0" tIns="0" rIns="0" bIns="0" anchor="b">
            <a:no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65" name="Content Placeholder 7"/>
          <p:cNvSpPr>
            <a:spLocks noGrp="1"/>
          </p:cNvSpPr>
          <p:nvPr>
            <p:ph sz="quarter" idx="14"/>
          </p:nvPr>
        </p:nvSpPr>
        <p:spPr>
          <a:xfrm>
            <a:off x="844000" y="2538248"/>
            <a:ext cx="3401568" cy="348783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6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4761781" y="831919"/>
            <a:ext cx="6586220" cy="5194162"/>
          </a:xfrm>
        </p:spPr>
        <p:txBody>
          <a:bodyPr/>
          <a:lstStyle/>
          <a:p>
            <a:endParaRPr lang="en-US"/>
          </a:p>
        </p:txBody>
      </p:sp>
      <p:sp>
        <p:nvSpPr>
          <p:cNvPr id="1049167" name="Freeform 17"/>
          <p:cNvSpPr/>
          <p:nvPr userDrawn="1"/>
        </p:nvSpPr>
        <p:spPr>
          <a:xfrm>
            <a:off x="1" y="6526801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168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169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70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71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72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57" name="Title 1"/>
          <p:cNvSpPr>
            <a:spLocks noGrp="1"/>
          </p:cNvSpPr>
          <p:nvPr>
            <p:ph type="title"/>
          </p:nvPr>
        </p:nvSpPr>
        <p:spPr>
          <a:xfrm>
            <a:off x="8073454" y="831919"/>
            <a:ext cx="3273552" cy="2035696"/>
          </a:xfrm>
        </p:spPr>
        <p:txBody>
          <a:bodyPr lIns="0" tIns="0" rIns="0" bIns="0" anchor="b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958" name="Content Placeholder 7"/>
          <p:cNvSpPr>
            <a:spLocks noGrp="1"/>
          </p:cNvSpPr>
          <p:nvPr>
            <p:ph sz="quarter" idx="14"/>
          </p:nvPr>
        </p:nvSpPr>
        <p:spPr>
          <a:xfrm>
            <a:off x="8074448" y="2970092"/>
            <a:ext cx="3273552" cy="29535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95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4000" y="831919"/>
            <a:ext cx="6937365" cy="5091685"/>
          </a:xfrm>
        </p:spPr>
        <p:txBody>
          <a:bodyPr/>
          <a:lstStyle/>
          <a:p>
            <a:endParaRPr lang="en-US"/>
          </a:p>
        </p:txBody>
      </p:sp>
      <p:sp>
        <p:nvSpPr>
          <p:cNvPr id="1048960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61" name="Freeform 17"/>
          <p:cNvSpPr/>
          <p:nvPr userDrawn="1"/>
        </p:nvSpPr>
        <p:spPr>
          <a:xfrm flipV="1">
            <a:off x="7768799" y="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962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63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64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6" name="Title 1"/>
          <p:cNvSpPr>
            <a:spLocks noGrp="1"/>
          </p:cNvSpPr>
          <p:nvPr>
            <p:ph type="title"/>
          </p:nvPr>
        </p:nvSpPr>
        <p:spPr>
          <a:xfrm>
            <a:off x="843998" y="4509559"/>
            <a:ext cx="4579339" cy="1516522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7" name="Content Placeholder 7"/>
          <p:cNvSpPr>
            <a:spLocks noGrp="1"/>
          </p:cNvSpPr>
          <p:nvPr>
            <p:ph sz="quarter" idx="14"/>
          </p:nvPr>
        </p:nvSpPr>
        <p:spPr>
          <a:xfrm>
            <a:off x="5691351" y="4508939"/>
            <a:ext cx="5651393" cy="1516522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8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3999" y="831919"/>
            <a:ext cx="10504001" cy="3472067"/>
          </a:xfrm>
        </p:spPr>
        <p:txBody>
          <a:bodyPr/>
          <a:lstStyle/>
          <a:p>
            <a:endParaRPr lang="en-US"/>
          </a:p>
        </p:txBody>
      </p:sp>
      <p:sp>
        <p:nvSpPr>
          <p:cNvPr id="1048759" name="Freeform 17"/>
          <p:cNvSpPr/>
          <p:nvPr userDrawn="1"/>
        </p:nvSpPr>
        <p:spPr>
          <a:xfrm flipV="1">
            <a:off x="7768799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8760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61" name="Date Placeholder 5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62" name="Footer Placeholder 6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63" name="Slide Number Placeholder 12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4" name="Title 1"/>
          <p:cNvSpPr>
            <a:spLocks noGrp="1"/>
          </p:cNvSpPr>
          <p:nvPr>
            <p:ph type="title"/>
          </p:nvPr>
        </p:nvSpPr>
        <p:spPr>
          <a:xfrm>
            <a:off x="843999" y="3785800"/>
            <a:ext cx="2953618" cy="2240280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95" name="Content Placeholder 7"/>
          <p:cNvSpPr>
            <a:spLocks noGrp="1"/>
          </p:cNvSpPr>
          <p:nvPr>
            <p:ph sz="quarter" idx="14"/>
          </p:nvPr>
        </p:nvSpPr>
        <p:spPr>
          <a:xfrm>
            <a:off x="3972910" y="3785800"/>
            <a:ext cx="7366186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9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3999" y="865938"/>
            <a:ext cx="10504001" cy="2556004"/>
          </a:xfrm>
        </p:spPr>
        <p:txBody>
          <a:bodyPr/>
          <a:lstStyle/>
          <a:p>
            <a:endParaRPr lang="en-US"/>
          </a:p>
        </p:txBody>
      </p:sp>
      <p:sp>
        <p:nvSpPr>
          <p:cNvPr id="1048797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98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99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00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01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30" name="Title 1"/>
          <p:cNvSpPr>
            <a:spLocks noGrp="1"/>
          </p:cNvSpPr>
          <p:nvPr>
            <p:ph type="title"/>
          </p:nvPr>
        </p:nvSpPr>
        <p:spPr>
          <a:xfrm>
            <a:off x="844000" y="831918"/>
            <a:ext cx="2953618" cy="2240279"/>
          </a:xfrm>
        </p:spPr>
        <p:txBody>
          <a:bodyPr lIns="0" tIns="0" rIns="0" bIns="0" anchor="t">
            <a:normAutofit/>
          </a:bodyPr>
          <a:lstStyle>
            <a:lvl1pPr>
              <a:defRPr sz="32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31" name="Content Placeholder 7"/>
          <p:cNvSpPr>
            <a:spLocks noGrp="1"/>
          </p:cNvSpPr>
          <p:nvPr>
            <p:ph sz="quarter" idx="14"/>
          </p:nvPr>
        </p:nvSpPr>
        <p:spPr>
          <a:xfrm>
            <a:off x="4035972" y="839450"/>
            <a:ext cx="7312028" cy="2240280"/>
          </a:xfrm>
        </p:spPr>
        <p:txBody>
          <a:bodyPr lIns="0" tIns="0" rIns="0" bIns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200"/>
            </a:lvl2pPr>
            <a:lvl3pPr marL="457200" indent="0">
              <a:buFont typeface="Arial" panose="020B0604020202020204" pitchFamily="34" charset="0"/>
              <a:buNone/>
              <a:defRPr sz="1100"/>
            </a:lvl3pPr>
            <a:lvl4pPr marL="685800" indent="0">
              <a:buFont typeface="Arial" panose="020B0604020202020204" pitchFamily="34" charset="0"/>
              <a:buNone/>
              <a:defRPr sz="1050"/>
            </a:lvl4pPr>
            <a:lvl5pPr marL="914400" indent="0">
              <a:buFont typeface="Arial" panose="020B0604020202020204" pitchFamily="34" charset="0"/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32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3999" y="3310759"/>
            <a:ext cx="10504001" cy="2722852"/>
          </a:xfrm>
        </p:spPr>
        <p:txBody>
          <a:bodyPr/>
          <a:lstStyle/>
          <a:p>
            <a:endParaRPr lang="en-US"/>
          </a:p>
        </p:txBody>
      </p:sp>
      <p:sp>
        <p:nvSpPr>
          <p:cNvPr id="1049133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34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35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36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37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45" name="Title 1"/>
          <p:cNvSpPr>
            <a:spLocks noGrp="1"/>
          </p:cNvSpPr>
          <p:nvPr>
            <p:ph type="title"/>
          </p:nvPr>
        </p:nvSpPr>
        <p:spPr>
          <a:xfrm>
            <a:off x="873963" y="858337"/>
            <a:ext cx="10504000" cy="970463"/>
          </a:xfrm>
        </p:spPr>
        <p:txBody>
          <a:bodyPr lIns="0" tIns="0" rIns="0" bIns="0" anchor="ctr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46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73963" y="2081048"/>
            <a:ext cx="6157458" cy="3945032"/>
          </a:xfrm>
        </p:spPr>
        <p:txBody>
          <a:bodyPr/>
          <a:lstStyle/>
          <a:p>
            <a:endParaRPr lang="en-US"/>
          </a:p>
        </p:txBody>
      </p:sp>
      <p:sp>
        <p:nvSpPr>
          <p:cNvPr id="1049247" name="Content Placeholder 7"/>
          <p:cNvSpPr>
            <a:spLocks noGrp="1"/>
          </p:cNvSpPr>
          <p:nvPr>
            <p:ph sz="quarter" idx="14"/>
          </p:nvPr>
        </p:nvSpPr>
        <p:spPr>
          <a:xfrm>
            <a:off x="7290520" y="2081048"/>
            <a:ext cx="4023360" cy="3918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248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49" name="Freeform 10"/>
          <p:cNvSpPr/>
          <p:nvPr userDrawn="1"/>
        </p:nvSpPr>
        <p:spPr>
          <a:xfrm>
            <a:off x="11328000" y="2081048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50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51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52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28" name="Title 1"/>
          <p:cNvSpPr>
            <a:spLocks noGrp="1"/>
          </p:cNvSpPr>
          <p:nvPr>
            <p:ph type="title"/>
          </p:nvPr>
        </p:nvSpPr>
        <p:spPr>
          <a:xfrm>
            <a:off x="844000" y="852884"/>
            <a:ext cx="4672584" cy="1453896"/>
          </a:xfrm>
        </p:spPr>
        <p:txBody>
          <a:bodyPr lIns="0" tIns="0" rIns="0" bIns="0">
            <a:noAutofit/>
          </a:bodyPr>
          <a:lstStyle>
            <a:lvl1pPr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29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4000" y="2459420"/>
            <a:ext cx="4672584" cy="3545695"/>
          </a:xfrm>
        </p:spPr>
        <p:txBody>
          <a:bodyPr/>
          <a:lstStyle/>
          <a:p>
            <a:endParaRPr lang="en-US"/>
          </a:p>
        </p:txBody>
      </p:sp>
      <p:sp>
        <p:nvSpPr>
          <p:cNvPr id="1049030" name="Content Placeholder 7"/>
          <p:cNvSpPr>
            <a:spLocks noGrp="1"/>
          </p:cNvSpPr>
          <p:nvPr>
            <p:ph sz="quarter" idx="14"/>
          </p:nvPr>
        </p:nvSpPr>
        <p:spPr>
          <a:xfrm>
            <a:off x="5738648" y="831919"/>
            <a:ext cx="5609353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31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32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33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34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35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36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14" name="Title 1"/>
          <p:cNvSpPr>
            <a:spLocks noGrp="1"/>
          </p:cNvSpPr>
          <p:nvPr>
            <p:ph type="title"/>
          </p:nvPr>
        </p:nvSpPr>
        <p:spPr>
          <a:xfrm>
            <a:off x="844000" y="873725"/>
            <a:ext cx="3657603" cy="1453896"/>
          </a:xfrm>
        </p:spPr>
        <p:txBody>
          <a:bodyPr lIns="0" tIns="0" rIns="0" bIns="0" anchor="t">
            <a:noAutofit/>
          </a:bodyPr>
          <a:lstStyle>
            <a:lvl1pPr>
              <a:defRPr sz="32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15" name="Picture Placeholder 10"/>
          <p:cNvSpPr>
            <a:spLocks noGrp="1"/>
          </p:cNvSpPr>
          <p:nvPr>
            <p:ph type="pic" sz="quarter" idx="13"/>
          </p:nvPr>
        </p:nvSpPr>
        <p:spPr>
          <a:xfrm>
            <a:off x="843999" y="2490951"/>
            <a:ext cx="3657603" cy="3493323"/>
          </a:xfrm>
        </p:spPr>
        <p:txBody>
          <a:bodyPr/>
          <a:lstStyle/>
          <a:p>
            <a:endParaRPr lang="en-US"/>
          </a:p>
        </p:txBody>
      </p:sp>
      <p:sp>
        <p:nvSpPr>
          <p:cNvPr id="1049116" name="Content Placeholder 7"/>
          <p:cNvSpPr>
            <a:spLocks noGrp="1"/>
          </p:cNvSpPr>
          <p:nvPr>
            <p:ph sz="quarter" idx="14"/>
          </p:nvPr>
        </p:nvSpPr>
        <p:spPr>
          <a:xfrm>
            <a:off x="4761186" y="831919"/>
            <a:ext cx="6586814" cy="515235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17" name="Freeform 17"/>
          <p:cNvSpPr/>
          <p:nvPr userDrawn="1"/>
        </p:nvSpPr>
        <p:spPr>
          <a:xfrm>
            <a:off x="1" y="6526800"/>
            <a:ext cx="12192000" cy="331199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118" name="Freeform 17"/>
          <p:cNvSpPr/>
          <p:nvPr userDrawn="1"/>
        </p:nvSpPr>
        <p:spPr>
          <a:xfrm flipV="1">
            <a:off x="0" y="6526800"/>
            <a:ext cx="4423201" cy="331200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119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20" name="Date Placeholder 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21" name="Footer Placeholder 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22" name="Slide Number Placeholder 6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66" name="Title 1"/>
          <p:cNvSpPr>
            <a:spLocks noGrp="1"/>
          </p:cNvSpPr>
          <p:nvPr>
            <p:ph type="ctrTitle" hasCustomPrompt="1"/>
          </p:nvPr>
        </p:nvSpPr>
        <p:spPr>
          <a:xfrm>
            <a:off x="844000" y="831918"/>
            <a:ext cx="10521992" cy="4069265"/>
          </a:xfrm>
        </p:spPr>
        <p:txBody>
          <a:bodyPr lIns="0" tIns="0" rIns="0" bIns="0" anchor="b">
            <a:noAutofit/>
          </a:bodyPr>
          <a:lstStyle>
            <a:lvl1pPr algn="l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49067" name="Subtitle 2"/>
          <p:cNvSpPr>
            <a:spLocks noGrp="1"/>
          </p:cNvSpPr>
          <p:nvPr>
            <p:ph type="subTitle" idx="1"/>
          </p:nvPr>
        </p:nvSpPr>
        <p:spPr>
          <a:xfrm>
            <a:off x="843999" y="5076496"/>
            <a:ext cx="7559021" cy="949583"/>
          </a:xfrm>
        </p:spPr>
        <p:txBody>
          <a:bodyPr lIns="0" tIns="0" rIns="0" bIns="0" anchor="t">
            <a:noAutofit/>
          </a:bodyPr>
          <a:lstStyle>
            <a:lvl1pPr marL="0" indent="0" algn="l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9068" name="Freeform 10"/>
          <p:cNvSpPr/>
          <p:nvPr userDrawn="1"/>
        </p:nvSpPr>
        <p:spPr>
          <a:xfrm>
            <a:off x="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69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7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7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72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ig Numb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34" name="Title 1"/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tx1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48835" name="Subtitle 2"/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836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37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38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39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40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Number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43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8944" name="Title 1"/>
          <p:cNvSpPr>
            <a:spLocks noGrp="1"/>
          </p:cNvSpPr>
          <p:nvPr>
            <p:ph type="ctrTitle" hasCustomPrompt="1"/>
          </p:nvPr>
        </p:nvSpPr>
        <p:spPr>
          <a:xfrm>
            <a:off x="861992" y="831918"/>
            <a:ext cx="10486008" cy="3977825"/>
          </a:xfrm>
        </p:spPr>
        <p:txBody>
          <a:bodyPr lIns="0" tIns="0" rIns="0" bIns="0" anchor="b">
            <a:noAutofit/>
          </a:bodyPr>
          <a:lstStyle>
            <a:lvl1pPr algn="ctr">
              <a:defRPr sz="23200">
                <a:solidFill>
                  <a:schemeClr val="bg2"/>
                </a:solidFill>
              </a:defRPr>
            </a:lvl1pPr>
          </a:lstStyle>
          <a:p>
            <a:r>
              <a:rPr lang="en-US"/>
              <a:t>##%</a:t>
            </a:r>
          </a:p>
        </p:txBody>
      </p:sp>
      <p:sp>
        <p:nvSpPr>
          <p:cNvPr id="1048945" name="Subtitle 2"/>
          <p:cNvSpPr>
            <a:spLocks noGrp="1"/>
          </p:cNvSpPr>
          <p:nvPr>
            <p:ph type="subTitle" idx="1"/>
          </p:nvPr>
        </p:nvSpPr>
        <p:spPr>
          <a:xfrm>
            <a:off x="2377440" y="4997668"/>
            <a:ext cx="7525512" cy="1028411"/>
          </a:xfrm>
        </p:spPr>
        <p:txBody>
          <a:bodyPr lIns="0" tIns="0" rIns="0" bIns="0" anchor="t">
            <a:noAutofit/>
          </a:bodyPr>
          <a:lstStyle>
            <a:lvl1pPr marL="0" indent="0" algn="ctr">
              <a:buNone/>
              <a:defRPr sz="2800" cap="none" baseline="0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946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03/13/2025</a:t>
            </a:r>
          </a:p>
        </p:txBody>
      </p:sp>
      <p:sp>
        <p:nvSpPr>
          <p:cNvPr id="1048947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48948" name="Slide Number Placeholder 12"/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1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72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12648" y="630936"/>
            <a:ext cx="8266176" cy="5605272"/>
          </a:xfrm>
        </p:spPr>
        <p:txBody>
          <a:bodyPr anchor="ctr">
            <a:noAutofit/>
          </a:bodyPr>
          <a:lstStyle>
            <a:lvl1pPr marL="0" indent="0">
              <a:lnSpc>
                <a:spcPct val="100000"/>
              </a:lnSpc>
              <a:buNone/>
              <a:defRPr sz="5400" b="1"/>
            </a:lvl1pPr>
            <a:lvl2pPr marL="228600" indent="0">
              <a:lnSpc>
                <a:spcPct val="100000"/>
              </a:lnSpc>
              <a:buNone/>
              <a:defRPr sz="4800" b="1"/>
            </a:lvl2pPr>
            <a:lvl3pPr marL="457200" indent="0">
              <a:lnSpc>
                <a:spcPct val="100000"/>
              </a:lnSpc>
              <a:buNone/>
              <a:defRPr sz="4400" b="1"/>
            </a:lvl3pPr>
            <a:lvl4pPr marL="685800" indent="0">
              <a:lnSpc>
                <a:spcPct val="100000"/>
              </a:lnSpc>
              <a:buNone/>
              <a:defRPr sz="4000" b="1"/>
            </a:lvl4pPr>
            <a:lvl5pPr marL="914400" indent="0">
              <a:lnSpc>
                <a:spcPct val="100000"/>
              </a:lnSpc>
              <a:buNone/>
              <a:defRPr sz="36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3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74" name="Freeform 10"/>
          <p:cNvSpPr/>
          <p:nvPr userDrawn="1"/>
        </p:nvSpPr>
        <p:spPr>
          <a:xfrm>
            <a:off x="1132800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75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76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77" name="Slide Number Placeholder 4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7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88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12648" y="1929384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89" name="Freeform 10"/>
          <p:cNvSpPr/>
          <p:nvPr userDrawn="1"/>
        </p:nvSpPr>
        <p:spPr>
          <a:xfrm>
            <a:off x="1" y="6134100"/>
            <a:ext cx="185398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90" name="Freeform 10"/>
          <p:cNvSpPr/>
          <p:nvPr userDrawn="1"/>
        </p:nvSpPr>
        <p:spPr>
          <a:xfrm rot="5400000">
            <a:off x="10616942" y="363855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91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92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93" name="Slide Number Placeholder 4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78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879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612648" y="548640"/>
            <a:ext cx="8266176" cy="5605272"/>
          </a:xfrm>
        </p:spPr>
        <p:txBody>
          <a:bodyPr lIns="0" tIns="0" rIns="0" bIns="0" anchor="t">
            <a:noAutofit/>
          </a:bodyPr>
          <a:lstStyle>
            <a:lvl1pPr marL="0" indent="0">
              <a:lnSpc>
                <a:spcPct val="100000"/>
              </a:lnSpc>
              <a:buNone/>
              <a:defRPr sz="5000" b="1"/>
            </a:lvl1pPr>
            <a:lvl2pPr marL="228600" indent="0">
              <a:lnSpc>
                <a:spcPct val="100000"/>
              </a:lnSpc>
              <a:buNone/>
              <a:defRPr sz="4400" b="1"/>
            </a:lvl2pPr>
            <a:lvl3pPr marL="457200" indent="0">
              <a:lnSpc>
                <a:spcPct val="100000"/>
              </a:lnSpc>
              <a:buNone/>
              <a:defRPr sz="4000" b="1"/>
            </a:lvl3pPr>
            <a:lvl4pPr marL="685800" indent="0">
              <a:lnSpc>
                <a:spcPct val="100000"/>
              </a:lnSpc>
              <a:buNone/>
              <a:defRPr sz="3600" b="1"/>
            </a:lvl4pPr>
            <a:lvl5pPr marL="914400" indent="0">
              <a:lnSpc>
                <a:spcPct val="100000"/>
              </a:lnSpc>
              <a:buNone/>
              <a:defRPr sz="3200" b="1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880" name="Freeform 10"/>
          <p:cNvSpPr/>
          <p:nvPr userDrawn="1"/>
        </p:nvSpPr>
        <p:spPr>
          <a:xfrm rot="5400000">
            <a:off x="10616942" y="139979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81" name="Freeform 10"/>
          <p:cNvSpPr/>
          <p:nvPr userDrawn="1"/>
        </p:nvSpPr>
        <p:spPr>
          <a:xfrm>
            <a:off x="10937497" y="543001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882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883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884" name="Slide Number Placeholder 4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986" name="Title 1"/>
          <p:cNvSpPr>
            <a:spLocks noGrp="1"/>
          </p:cNvSpPr>
          <p:nvPr>
            <p:ph type="ctrTitle" hasCustomPrompt="1"/>
          </p:nvPr>
        </p:nvSpPr>
        <p:spPr>
          <a:xfrm>
            <a:off x="1499616" y="1188720"/>
            <a:ext cx="9198864" cy="365760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1048987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99616" y="5428752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048988" name="Freeform 10"/>
          <p:cNvSpPr/>
          <p:nvPr userDrawn="1"/>
        </p:nvSpPr>
        <p:spPr>
          <a:xfrm rot="16200000">
            <a:off x="-851158" y="2655570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89" name="Freeform 10"/>
          <p:cNvSpPr/>
          <p:nvPr userDrawn="1"/>
        </p:nvSpPr>
        <p:spPr>
          <a:xfrm>
            <a:off x="10937497" y="5299974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990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991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992" name="Slide Number Placeholder 10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46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047" name="Title 1"/>
          <p:cNvSpPr>
            <a:spLocks noGrp="1"/>
          </p:cNvSpPr>
          <p:nvPr>
            <p:ph type="ctrTitle" hasCustomPrompt="1"/>
          </p:nvPr>
        </p:nvSpPr>
        <p:spPr>
          <a:xfrm>
            <a:off x="1499616" y="1344168"/>
            <a:ext cx="9198864" cy="329184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000" b="0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104904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499616" y="5349240"/>
            <a:ext cx="9198864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bg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049049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03/13/2025</a:t>
            </a:r>
          </a:p>
        </p:txBody>
      </p:sp>
      <p:sp>
        <p:nvSpPr>
          <p:cNvPr id="1049050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49051" name="Slide Number Placeholder 5"/>
          <p:cNvSpPr>
            <a:spLocks noGrp="1"/>
          </p:cNvSpPr>
          <p:nvPr>
            <p:ph type="sldNum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52" name="Title 1"/>
          <p:cNvSpPr>
            <a:spLocks noGrp="1"/>
          </p:cNvSpPr>
          <p:nvPr>
            <p:ph type="ctrTitle" hasCustomPrompt="1"/>
          </p:nvPr>
        </p:nvSpPr>
        <p:spPr>
          <a:xfrm>
            <a:off x="844000" y="1234440"/>
            <a:ext cx="8961120" cy="3169920"/>
          </a:xfrm>
        </p:spPr>
        <p:txBody>
          <a:bodyPr lIns="0" tIns="0" rIns="0" bIns="0" anchor="ctr">
            <a:noAutofit/>
          </a:bodyPr>
          <a:lstStyle>
            <a:lvl1pPr algn="l">
              <a:lnSpc>
                <a:spcPct val="100000"/>
              </a:lnSpc>
              <a:defRPr sz="4400" b="0"/>
            </a:lvl1pPr>
          </a:lstStyle>
          <a:p>
            <a:r>
              <a:rPr lang="en-US"/>
              <a:t>Click to edit Quote</a:t>
            </a:r>
          </a:p>
        </p:txBody>
      </p:sp>
      <p:sp>
        <p:nvSpPr>
          <p:cNvPr id="104905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841793" y="5540026"/>
            <a:ext cx="8961120" cy="466344"/>
          </a:xfrm>
        </p:spPr>
        <p:txBody>
          <a:bodyPr lIns="0" tIns="0" rIns="0" bIns="0" anchor="ctr">
            <a:noAutofit/>
          </a:bodyPr>
          <a:lstStyle>
            <a:lvl1pPr marL="0" indent="0" algn="l">
              <a:buNone/>
              <a:defRPr sz="2200" b="1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Quote Author</a:t>
            </a:r>
          </a:p>
        </p:txBody>
      </p:sp>
      <p:sp>
        <p:nvSpPr>
          <p:cNvPr id="1049054" name="Freeform 17"/>
          <p:cNvSpPr/>
          <p:nvPr userDrawn="1"/>
        </p:nvSpPr>
        <p:spPr>
          <a:xfrm rot="16200000">
            <a:off x="9704644" y="2904067"/>
            <a:ext cx="3924846" cy="1049867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05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5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57" name="Slide Number Placeholder 8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89" name="Title 1"/>
          <p:cNvSpPr>
            <a:spLocks noGrp="1"/>
          </p:cNvSpPr>
          <p:nvPr>
            <p:ph type="title"/>
          </p:nvPr>
        </p:nvSpPr>
        <p:spPr>
          <a:xfrm>
            <a:off x="838200" y="831919"/>
            <a:ext cx="10515600" cy="1132258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90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838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1" name="Text Placeholder 10"/>
          <p:cNvSpPr>
            <a:spLocks noGrp="1"/>
          </p:cNvSpPr>
          <p:nvPr>
            <p:ph type="body" sz="quarter" idx="14"/>
          </p:nvPr>
        </p:nvSpPr>
        <p:spPr>
          <a:xfrm>
            <a:off x="6172200" y="2147455"/>
            <a:ext cx="5181600" cy="387862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92" name="Freeform 10"/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93" name="Freeform 10"/>
          <p:cNvSpPr/>
          <p:nvPr userDrawn="1"/>
        </p:nvSpPr>
        <p:spPr>
          <a:xfrm rot="16200000">
            <a:off x="-265301" y="1097222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94" name="Date Placeholder 7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95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96" name="Slide Number Placeholder 11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53" name="Title 1"/>
          <p:cNvSpPr>
            <a:spLocks noGrp="1"/>
          </p:cNvSpPr>
          <p:nvPr>
            <p:ph type="title"/>
          </p:nvPr>
        </p:nvSpPr>
        <p:spPr>
          <a:xfrm>
            <a:off x="886374" y="838988"/>
            <a:ext cx="10461626" cy="1143292"/>
          </a:xfrm>
        </p:spPr>
        <p:txBody>
          <a:bodyPr lIns="0" tIns="0" rIns="0" bIns="0">
            <a:noAutofit/>
          </a:bodyPr>
          <a:lstStyle>
            <a:lvl1pPr>
              <a:defRPr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54" name="Text Placeholder 2"/>
          <p:cNvSpPr>
            <a:spLocks noGrp="1"/>
          </p:cNvSpPr>
          <p:nvPr>
            <p:ph type="body" idx="1"/>
          </p:nvPr>
        </p:nvSpPr>
        <p:spPr>
          <a:xfrm>
            <a:off x="844000" y="2142935"/>
            <a:ext cx="5157787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55" name="Text Placeholder 10"/>
          <p:cNvSpPr>
            <a:spLocks noGrp="1"/>
          </p:cNvSpPr>
          <p:nvPr>
            <p:ph type="body" sz="quarter" idx="13"/>
          </p:nvPr>
        </p:nvSpPr>
        <p:spPr>
          <a:xfrm>
            <a:off x="844000" y="2844801"/>
            <a:ext cx="51577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256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64812" y="2142935"/>
            <a:ext cx="5183188" cy="559834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57" name="Text Placeholder 12"/>
          <p:cNvSpPr>
            <a:spLocks noGrp="1"/>
          </p:cNvSpPr>
          <p:nvPr>
            <p:ph type="body" sz="quarter" idx="14"/>
          </p:nvPr>
        </p:nvSpPr>
        <p:spPr>
          <a:xfrm>
            <a:off x="6164812" y="2844801"/>
            <a:ext cx="5183188" cy="3174212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258" name="Freeform 17"/>
          <p:cNvSpPr/>
          <p:nvPr userDrawn="1"/>
        </p:nvSpPr>
        <p:spPr>
          <a:xfrm>
            <a:off x="1" y="6298167"/>
            <a:ext cx="12192000" cy="559834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259" name="Freeform 17"/>
          <p:cNvSpPr/>
          <p:nvPr userDrawn="1"/>
        </p:nvSpPr>
        <p:spPr>
          <a:xfrm flipV="1">
            <a:off x="7768799" y="6298164"/>
            <a:ext cx="4423201" cy="559836"/>
          </a:xfrm>
          <a:custGeom>
            <a:avLst/>
            <a:gdLst/>
            <a:ahLst/>
            <a:cxnLst/>
            <a:rect l="l" t="t" r="r" b="b"/>
            <a:pathLst>
              <a:path w="5072131" h="573308">
                <a:moveTo>
                  <a:pt x="0" y="0"/>
                </a:moveTo>
                <a:lnTo>
                  <a:pt x="5072131" y="0"/>
                </a:lnTo>
                <a:lnTo>
                  <a:pt x="5072131" y="573308"/>
                </a:lnTo>
                <a:lnTo>
                  <a:pt x="0" y="573308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1049260" name="Date Placeholder 9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61" name="Footer Placeholder 11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62" name="Slide Number Placeholder 13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0" name="Title 1"/>
          <p:cNvSpPr>
            <a:spLocks noGrp="1"/>
          </p:cNvSpPr>
          <p:nvPr>
            <p:ph type="title"/>
          </p:nvPr>
        </p:nvSpPr>
        <p:spPr>
          <a:xfrm>
            <a:off x="844000" y="886783"/>
            <a:ext cx="10504000" cy="1132258"/>
          </a:xfrm>
        </p:spPr>
        <p:txBody>
          <a:bodyPr lIns="0" tIns="0" rIns="0" bIns="0" anchor="ctr">
            <a:noAutofit/>
          </a:bodyPr>
          <a:lstStyle>
            <a:lvl1pPr algn="ctr">
              <a:defRPr sz="36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41" name="Freeform 10"/>
          <p:cNvSpPr/>
          <p:nvPr userDrawn="1"/>
        </p:nvSpPr>
        <p:spPr>
          <a:xfrm>
            <a:off x="11328000" y="599400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42" name="Freeform 10"/>
          <p:cNvSpPr/>
          <p:nvPr userDrawn="1"/>
        </p:nvSpPr>
        <p:spPr>
          <a:xfrm>
            <a:off x="0" y="0"/>
            <a:ext cx="864000" cy="864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8743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44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45" name="Slide Number Placeholder 9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8720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8721" name="Slide Number Placeholder 6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56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1757505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57" name="Text Placeholder 3"/>
          <p:cNvSpPr>
            <a:spLocks noGrp="1"/>
          </p:cNvSpPr>
          <p:nvPr>
            <p:ph type="body" sz="half" idx="2"/>
          </p:nvPr>
        </p:nvSpPr>
        <p:spPr>
          <a:xfrm>
            <a:off x="844000" y="2724912"/>
            <a:ext cx="3595634" cy="3301168"/>
          </a:xfrm>
        </p:spPr>
        <p:txBody>
          <a:bodyPr lIns="0" tIns="0" rIns="0" bIns="0" anchor="t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158" name="Content Placeholder 2"/>
          <p:cNvSpPr>
            <a:spLocks noGrp="1"/>
          </p:cNvSpPr>
          <p:nvPr>
            <p:ph idx="1"/>
          </p:nvPr>
        </p:nvSpPr>
        <p:spPr>
          <a:xfrm>
            <a:off x="4907742" y="831919"/>
            <a:ext cx="6440258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59" name="Freeform 10"/>
          <p:cNvSpPr/>
          <p:nvPr userDrawn="1"/>
        </p:nvSpPr>
        <p:spPr>
          <a:xfrm rot="5400000">
            <a:off x="-265301" y="1097220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60" name="Freeform 10"/>
          <p:cNvSpPr/>
          <p:nvPr userDrawn="1"/>
        </p:nvSpPr>
        <p:spPr>
          <a:xfrm rot="5400000">
            <a:off x="10616942" y="4451022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6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62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63" name="Slide Number Placeholder 11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206" name="Title 1"/>
          <p:cNvSpPr>
            <a:spLocks noGrp="1"/>
          </p:cNvSpPr>
          <p:nvPr>
            <p:ph type="title"/>
          </p:nvPr>
        </p:nvSpPr>
        <p:spPr>
          <a:xfrm>
            <a:off x="844000" y="831919"/>
            <a:ext cx="3595634" cy="2212313"/>
          </a:xfrm>
        </p:spPr>
        <p:txBody>
          <a:bodyPr lIns="0" tIns="0" rIns="0" bIns="0" anchor="t">
            <a:noAutofit/>
          </a:bodyPr>
          <a:lstStyle>
            <a:lvl1pPr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207" name="Text Placeholder 3"/>
          <p:cNvSpPr>
            <a:spLocks noGrp="1"/>
          </p:cNvSpPr>
          <p:nvPr>
            <p:ph type="body" sz="half" idx="2"/>
          </p:nvPr>
        </p:nvSpPr>
        <p:spPr>
          <a:xfrm>
            <a:off x="849024" y="3260034"/>
            <a:ext cx="3585586" cy="2766045"/>
          </a:xfrm>
        </p:spPr>
        <p:txBody>
          <a:bodyPr lIns="0" tIns="0" rIns="0" bIns="0" anchor="b"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9208" name="Picture Placeholder 2"/>
          <p:cNvSpPr>
            <a:spLocks noGrp="1"/>
          </p:cNvSpPr>
          <p:nvPr>
            <p:ph type="pic" idx="1"/>
          </p:nvPr>
        </p:nvSpPr>
        <p:spPr>
          <a:xfrm>
            <a:off x="5063319" y="831919"/>
            <a:ext cx="6284681" cy="5194161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49209" name="Freeform 10"/>
          <p:cNvSpPr/>
          <p:nvPr userDrawn="1"/>
        </p:nvSpPr>
        <p:spPr>
          <a:xfrm rot="5400000">
            <a:off x="-265302" y="5036877"/>
            <a:ext cx="1254503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10" name="Freeform 10"/>
          <p:cNvSpPr/>
          <p:nvPr userDrawn="1"/>
        </p:nvSpPr>
        <p:spPr>
          <a:xfrm rot="16200000">
            <a:off x="10616942" y="851158"/>
            <a:ext cx="2426216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211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212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213" name="Slide Number Placeholder 11"/>
          <p:cNvSpPr>
            <a:spLocks noGrp="1"/>
          </p:cNvSpPr>
          <p:nvPr>
            <p:ph type="sldNum" sz="half" idx="12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013" name="Title 1"/>
          <p:cNvSpPr>
            <a:spLocks noGrp="1"/>
          </p:cNvSpPr>
          <p:nvPr>
            <p:ph type="title"/>
          </p:nvPr>
        </p:nvSpPr>
        <p:spPr>
          <a:xfrm>
            <a:off x="847175" y="831919"/>
            <a:ext cx="7342307" cy="1791217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014" name="Content Placeholder 7"/>
          <p:cNvSpPr>
            <a:spLocks noGrp="1"/>
          </p:cNvSpPr>
          <p:nvPr>
            <p:ph sz="quarter" idx="13"/>
          </p:nvPr>
        </p:nvSpPr>
        <p:spPr>
          <a:xfrm>
            <a:off x="860427" y="3280496"/>
            <a:ext cx="10504000" cy="2743200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015" name="Freeform 10"/>
          <p:cNvSpPr/>
          <p:nvPr userDrawn="1"/>
        </p:nvSpPr>
        <p:spPr>
          <a:xfrm rot="5400000">
            <a:off x="-533660" y="1365579"/>
            <a:ext cx="1791219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16" name="Freeform 10"/>
          <p:cNvSpPr/>
          <p:nvPr userDrawn="1"/>
        </p:nvSpPr>
        <p:spPr>
          <a:xfrm rot="16200000">
            <a:off x="10458450" y="4290146"/>
            <a:ext cx="2743200" cy="7239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017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018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019" name="Slide Number Placeholder 8"/>
          <p:cNvSpPr>
            <a:spLocks noGrp="1"/>
          </p:cNvSpPr>
          <p:nvPr>
            <p:ph type="sldNum" sz="half" idx="16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0" name="Title 1"/>
          <p:cNvSpPr>
            <a:spLocks noGrp="1"/>
          </p:cNvSpPr>
          <p:nvPr>
            <p:ph type="title"/>
          </p:nvPr>
        </p:nvSpPr>
        <p:spPr>
          <a:xfrm>
            <a:off x="844000" y="1627318"/>
            <a:ext cx="8430767" cy="1842020"/>
          </a:xfrm>
        </p:spPr>
        <p:txBody>
          <a:bodyPr lIns="0" tIns="0" rIns="0" bIns="0" anchor="b">
            <a:noAutofit/>
          </a:bodyPr>
          <a:lstStyle>
            <a:lvl1pPr>
              <a:defRPr sz="60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9101" name="Content Placeholder 6"/>
          <p:cNvSpPr>
            <a:spLocks noGrp="1"/>
          </p:cNvSpPr>
          <p:nvPr>
            <p:ph sz="quarter" idx="14"/>
          </p:nvPr>
        </p:nvSpPr>
        <p:spPr>
          <a:xfrm>
            <a:off x="844128" y="3622674"/>
            <a:ext cx="8430639" cy="1279615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200"/>
            </a:lvl2pPr>
            <a:lvl3pPr marL="457200" indent="0">
              <a:buNone/>
              <a:defRPr sz="1100"/>
            </a:lvl3pPr>
            <a:lvl4pPr marL="685800" indent="0">
              <a:buNone/>
              <a:defRPr sz="1050"/>
            </a:lvl4pPr>
            <a:lvl5pPr marL="914400" indent="0">
              <a:buNone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9102" name="Freeform 10"/>
          <p:cNvSpPr/>
          <p:nvPr userDrawn="1"/>
        </p:nvSpPr>
        <p:spPr>
          <a:xfrm rot="16200000">
            <a:off x="9751085" y="2789766"/>
            <a:ext cx="3603364" cy="1278467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0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04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05" name="Slide Number Placeholder 8"/>
          <p:cNvSpPr>
            <a:spLocks noGrp="1"/>
          </p:cNvSpPr>
          <p:nvPr>
            <p:ph type="sldNum" sz="half" idx="17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sing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9106" name="Rectangle 13"/>
          <p:cNvSpPr/>
          <p:nvPr userDrawn="1"/>
        </p:nvSpPr>
        <p:spPr>
          <a:xfrm rot="5400000">
            <a:off x="845820" y="5270500"/>
            <a:ext cx="741680" cy="24333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07" name="Rectangle 17"/>
          <p:cNvSpPr/>
          <p:nvPr userDrawn="1"/>
        </p:nvSpPr>
        <p:spPr>
          <a:xfrm>
            <a:off x="0" y="1706880"/>
            <a:ext cx="782320" cy="200152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9108" name="Freeform 10"/>
          <p:cNvSpPr/>
          <p:nvPr userDrawn="1"/>
        </p:nvSpPr>
        <p:spPr>
          <a:xfrm>
            <a:off x="5003800" y="0"/>
            <a:ext cx="7188200" cy="6858000"/>
          </a:xfrm>
          <a:custGeom>
            <a:avLst/>
            <a:gdLst/>
            <a:ahLst/>
            <a:cxnLst/>
            <a:rect l="l" t="t" r="r" b="b"/>
            <a:pathLst>
              <a:path w="2884235" h="812800">
                <a:moveTo>
                  <a:pt x="0" y="0"/>
                </a:moveTo>
                <a:lnTo>
                  <a:pt x="2884235" y="0"/>
                </a:lnTo>
                <a:lnTo>
                  <a:pt x="2884235" y="812800"/>
                </a:lnTo>
                <a:lnTo>
                  <a:pt x="0" y="812800"/>
                </a:lnTo>
                <a:close/>
              </a:path>
            </a:pathLst>
          </a:custGeom>
          <a:solidFill>
            <a:schemeClr val="accent1"/>
          </a:solidFill>
        </p:spPr>
        <p:txBody>
          <a:bodyPr/>
          <a:lstStyle/>
          <a:p>
            <a:endParaRPr lang="zh-CN" altLang="en-US" u="sng"/>
          </a:p>
        </p:txBody>
      </p:sp>
      <p:sp>
        <p:nvSpPr>
          <p:cNvPr id="1049109" name="Title 27"/>
          <p:cNvSpPr>
            <a:spLocks noGrp="1"/>
          </p:cNvSpPr>
          <p:nvPr>
            <p:ph type="ctrTitle" hasCustomPrompt="1"/>
          </p:nvPr>
        </p:nvSpPr>
        <p:spPr>
          <a:xfrm>
            <a:off x="6331476" y="1153634"/>
            <a:ext cx="5184248" cy="4550732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ctr">
              <a:lnSpc>
                <a:spcPct val="100000"/>
              </a:lnSpc>
              <a:defRPr sz="6000" b="0" baseline="0">
                <a:solidFill>
                  <a:schemeClr val="tx1"/>
                </a:solidFill>
              </a:defRPr>
            </a:lvl1pPr>
          </a:lstStyle>
          <a:p>
            <a:r>
              <a:rPr lang="en-US" altLang="zh-CN" sz="7200"/>
              <a:t>CLICK TO EDIT MASTER TITLE STYLE</a:t>
            </a:r>
            <a:endParaRPr lang="zh-CN" altLang="en-US"/>
          </a:p>
        </p:txBody>
      </p:sp>
      <p:sp>
        <p:nvSpPr>
          <p:cNvPr id="1049110" name="Picture Placeholder 12"/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6256866" cy="6858000"/>
          </a:xfrm>
          <a:custGeom>
            <a:avLst/>
            <a:gdLst>
              <a:gd name="connsiteX0" fmla="*/ 0 w 6256866"/>
              <a:gd name="connsiteY0" fmla="*/ 0 h 6858000"/>
              <a:gd name="connsiteX1" fmla="*/ 5130265 w 6256866"/>
              <a:gd name="connsiteY1" fmla="*/ 0 h 6858000"/>
              <a:gd name="connsiteX2" fmla="*/ 5130265 w 6256866"/>
              <a:gd name="connsiteY2" fmla="*/ 3276600 h 6858000"/>
              <a:gd name="connsiteX3" fmla="*/ 6256866 w 6256866"/>
              <a:gd name="connsiteY3" fmla="*/ 3276600 h 6858000"/>
              <a:gd name="connsiteX4" fmla="*/ 6256866 w 6256866"/>
              <a:gd name="connsiteY4" fmla="*/ 4139648 h 6858000"/>
              <a:gd name="connsiteX5" fmla="*/ 5130265 w 6256866"/>
              <a:gd name="connsiteY5" fmla="*/ 4139648 h 6858000"/>
              <a:gd name="connsiteX6" fmla="*/ 5130265 w 6256866"/>
              <a:gd name="connsiteY6" fmla="*/ 6858000 h 6858000"/>
              <a:gd name="connsiteX7" fmla="*/ 2433320 w 6256866"/>
              <a:gd name="connsiteY7" fmla="*/ 6858000 h 6858000"/>
              <a:gd name="connsiteX8" fmla="*/ 2433320 w 6256866"/>
              <a:gd name="connsiteY8" fmla="*/ 6116320 h 6858000"/>
              <a:gd name="connsiteX9" fmla="*/ 0 w 6256866"/>
              <a:gd name="connsiteY9" fmla="*/ 6116320 h 6858000"/>
              <a:gd name="connsiteX10" fmla="*/ 0 w 6256866"/>
              <a:gd name="connsiteY10" fmla="*/ 3708400 h 6858000"/>
              <a:gd name="connsiteX11" fmla="*/ 782320 w 6256866"/>
              <a:gd name="connsiteY11" fmla="*/ 3708400 h 6858000"/>
              <a:gd name="connsiteX12" fmla="*/ 782320 w 6256866"/>
              <a:gd name="connsiteY12" fmla="*/ 1706880 h 6858000"/>
              <a:gd name="connsiteX13" fmla="*/ 0 w 6256866"/>
              <a:gd name="connsiteY13" fmla="*/ 170688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6256866" h="6858000">
                <a:moveTo>
                  <a:pt x="0" y="0"/>
                </a:moveTo>
                <a:lnTo>
                  <a:pt x="5130265" y="0"/>
                </a:lnTo>
                <a:lnTo>
                  <a:pt x="5130265" y="3276600"/>
                </a:lnTo>
                <a:lnTo>
                  <a:pt x="6256866" y="3276600"/>
                </a:lnTo>
                <a:lnTo>
                  <a:pt x="6256866" y="4139648"/>
                </a:lnTo>
                <a:lnTo>
                  <a:pt x="5130265" y="4139648"/>
                </a:lnTo>
                <a:lnTo>
                  <a:pt x="5130265" y="6858000"/>
                </a:lnTo>
                <a:lnTo>
                  <a:pt x="2433320" y="6858000"/>
                </a:lnTo>
                <a:lnTo>
                  <a:pt x="2433320" y="6116320"/>
                </a:lnTo>
                <a:lnTo>
                  <a:pt x="0" y="6116320"/>
                </a:lnTo>
                <a:lnTo>
                  <a:pt x="0" y="3708400"/>
                </a:lnTo>
                <a:lnTo>
                  <a:pt x="782320" y="3708400"/>
                </a:lnTo>
                <a:lnTo>
                  <a:pt x="782320" y="1706880"/>
                </a:lnTo>
                <a:lnTo>
                  <a:pt x="0" y="1706880"/>
                </a:lnTo>
                <a:close/>
              </a:path>
            </a:pathLst>
          </a:custGeom>
          <a:noFill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49111" name="Date Placeholder 4"/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 altLang="zh-CN"/>
              <a:t>03/13/2025</a:t>
            </a:r>
          </a:p>
        </p:txBody>
      </p:sp>
      <p:sp>
        <p:nvSpPr>
          <p:cNvPr id="1049112" name="Footer Placeholder 5"/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altLang="zh-CN"/>
              <a:t>Sample Footer Text</a:t>
            </a:r>
          </a:p>
        </p:txBody>
      </p:sp>
      <p:sp>
        <p:nvSpPr>
          <p:cNvPr id="1049113" name="Slide Number Placeholder 6"/>
          <p:cNvSpPr>
            <a:spLocks noGrp="1"/>
          </p:cNvSpPr>
          <p:nvPr>
            <p:ph type="sldNum" sz="half" idx="21"/>
          </p:nvPr>
        </p:nvSpPr>
        <p:spPr/>
        <p:txBody>
          <a:bodyPr/>
          <a:lstStyle/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slideLayout" Target="../slideLayouts/slideLayout64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660400" y="128587"/>
            <a:ext cx="10858500" cy="90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1470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z="1470"/>
              <a:t>Click to edit Master text styles</a:t>
            </a:r>
            <a:endParaRPr lang="en-US"/>
          </a:p>
          <a:p>
            <a:pPr lvl="1"/>
            <a:r>
              <a:rPr lang="en-US" sz="1470"/>
              <a:t>Second level</a:t>
            </a:r>
          </a:p>
          <a:p>
            <a:pPr lvl="2"/>
            <a:r>
              <a:rPr lang="en-US" sz="1470"/>
              <a:t>Third level</a:t>
            </a:r>
          </a:p>
          <a:p>
            <a:pPr lvl="3"/>
            <a:r>
              <a:rPr lang="en-US" sz="1470"/>
              <a:t>Fourth level</a:t>
            </a:r>
          </a:p>
          <a:p>
            <a:pPr lvl="4"/>
            <a:r>
              <a:rPr lang="en-US" sz="1470"/>
              <a:t>Fifth level</a:t>
            </a:r>
          </a:p>
        </p:txBody>
      </p:sp>
      <p:sp>
        <p:nvSpPr>
          <p:cNvPr id="1048578" name="Date Placeholder 7"/>
          <p:cNvSpPr>
            <a:spLocks noGrp="1"/>
          </p:cNvSpPr>
          <p:nvPr>
            <p:ph type="dt" sz="half" hasCustomPrompt="1"/>
          </p:nvPr>
        </p:nvSpPr>
        <p:spPr>
          <a:xfrm>
            <a:off x="657225" y="6527800"/>
            <a:ext cx="2743200" cy="266700"/>
          </a:xfrm>
        </p:spPr>
        <p:txBody>
          <a:bodyPr lIns="0" tIns="0" rIns="0" bIns="0"/>
          <a:lstStyle>
            <a:lvl1pPr algn="l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3/5/2025</a:t>
            </a:r>
          </a:p>
        </p:txBody>
      </p:sp>
      <p:sp>
        <p:nvSpPr>
          <p:cNvPr id="1048579" name="Footer Placeholder 8"/>
          <p:cNvSpPr>
            <a:spLocks noGrp="1"/>
          </p:cNvSpPr>
          <p:nvPr>
            <p:ph type="ftr" sz="quarter" hasCustomPrompt="1"/>
          </p:nvPr>
        </p:nvSpPr>
        <p:spPr>
          <a:xfrm>
            <a:off x="4267200" y="6527800"/>
            <a:ext cx="3657600" cy="266700"/>
          </a:xfrm>
        </p:spPr>
        <p:txBody>
          <a:bodyPr lIns="0" tIns="0" rIns="0" bIns="0"/>
          <a:lstStyle>
            <a:lvl1pPr algn="ctr"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US" altLang="zh-CN"/>
              <a:t>Sample Footer Text</a:t>
            </a:r>
          </a:p>
        </p:txBody>
      </p:sp>
      <p:sp>
        <p:nvSpPr>
          <p:cNvPr id="1048580" name="Slide Number Placeholder 6"/>
          <p:cNvSpPr>
            <a:spLocks noGrp="1"/>
          </p:cNvSpPr>
          <p:nvPr>
            <p:ph type="sldNum" sz="half" hasCustomPrompt="1"/>
          </p:nvPr>
        </p:nvSpPr>
        <p:spPr>
          <a:xfrm>
            <a:off x="9378949" y="6527800"/>
            <a:ext cx="2136775" cy="266700"/>
          </a:xfrm>
        </p:spPr>
        <p:txBody>
          <a:bodyPr lIns="0" tIns="0" rIns="0" bIns="0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64D095EA-18D5-4754-B677-EAAE710458D2}" type="slidenum">
              <a:rPr lang="en-US" altLang="zh-CN" smtClean="0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4" r:id="rId25"/>
    <p:sldLayoutId id="2147483675" r:id="rId26"/>
    <p:sldLayoutId id="2147483676" r:id="rId27"/>
    <p:sldLayoutId id="2147483677" r:id="rId28"/>
    <p:sldLayoutId id="2147483678" r:id="rId29"/>
    <p:sldLayoutId id="2147483679" r:id="rId30"/>
    <p:sldLayoutId id="2147483680" r:id="rId31"/>
    <p:sldLayoutId id="2147483681" r:id="rId32"/>
    <p:sldLayoutId id="2147483682" r:id="rId33"/>
    <p:sldLayoutId id="2147483683" r:id="rId34"/>
    <p:sldLayoutId id="2147483684" r:id="rId35"/>
    <p:sldLayoutId id="2147483685" r:id="rId36"/>
    <p:sldLayoutId id="2147483686" r:id="rId37"/>
    <p:sldLayoutId id="2147483687" r:id="rId38"/>
    <p:sldLayoutId id="2147483688" r:id="rId39"/>
    <p:sldLayoutId id="2147483689" r:id="rId40"/>
    <p:sldLayoutId id="2147483690" r:id="rId41"/>
    <p:sldLayoutId id="2147483691" r:id="rId42"/>
    <p:sldLayoutId id="2147483692" r:id="rId43"/>
    <p:sldLayoutId id="2147483693" r:id="rId44"/>
    <p:sldLayoutId id="2147483694" r:id="rId45"/>
    <p:sldLayoutId id="2147483695" r:id="rId46"/>
    <p:sldLayoutId id="2147483696" r:id="rId47"/>
    <p:sldLayoutId id="2147483697" r:id="rId48"/>
    <p:sldLayoutId id="2147483698" r:id="rId49"/>
    <p:sldLayoutId id="2147483699" r:id="rId50"/>
    <p:sldLayoutId id="2147483700" r:id="rId51"/>
    <p:sldLayoutId id="2147483701" r:id="rId52"/>
    <p:sldLayoutId id="2147483702" r:id="rId53"/>
    <p:sldLayoutId id="2147483703" r:id="rId54"/>
    <p:sldLayoutId id="2147483704" r:id="rId55"/>
    <p:sldLayoutId id="2147483705" r:id="rId56"/>
    <p:sldLayoutId id="2147483706" r:id="rId57"/>
    <p:sldLayoutId id="2147483707" r:id="rId58"/>
    <p:sldLayoutId id="2147483708" r:id="rId59"/>
    <p:sldLayoutId id="2147483709" r:id="rId60"/>
    <p:sldLayoutId id="2147483710" r:id="rId61"/>
    <p:sldLayoutId id="2147483711" r:id="rId62"/>
    <p:sldLayoutId id="2147483712" r:id="rId63"/>
    <p:sldLayoutId id="2147483713" r:id="rId64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3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0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jpeg"/><Relationship Id="rId4" Type="http://schemas.openxmlformats.org/officeDocument/2006/relationships/image" Target="../media/image1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3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doi.org/10.3390/app112311128" TargetMode="External"/><Relationship Id="rId1" Type="http://schemas.openxmlformats.org/officeDocument/2006/relationships/slideLayout" Target="../slideLayouts/slideLayout1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5" descr="A logo with a flower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0" y="19126"/>
            <a:ext cx="1918002" cy="1449463"/>
          </a:xfrm>
          <a:prstGeom prst="rect">
            <a:avLst/>
          </a:prstGeom>
        </p:spPr>
      </p:pic>
      <p:pic>
        <p:nvPicPr>
          <p:cNvPr id="2097153" name="Picture 6" descr="A close-up of a seal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9982" y="-4233"/>
            <a:ext cx="1809750" cy="1447800"/>
          </a:xfrm>
          <a:prstGeom prst="rect">
            <a:avLst/>
          </a:prstGeom>
        </p:spPr>
      </p:pic>
      <p:sp>
        <p:nvSpPr>
          <p:cNvPr id="1048590" name="TextBox 7"/>
          <p:cNvSpPr txBox="1"/>
          <p:nvPr/>
        </p:nvSpPr>
        <p:spPr>
          <a:xfrm>
            <a:off x="1942494" y="237065"/>
            <a:ext cx="8452151" cy="49244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6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CMR TECHNICAL CAMPUS 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1" name="TextBox 13"/>
          <p:cNvSpPr txBox="1"/>
          <p:nvPr/>
        </p:nvSpPr>
        <p:spPr>
          <a:xfrm>
            <a:off x="2570" y="433929"/>
            <a:ext cx="12201674" cy="18567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2400" b="1" dirty="0">
                <a:solidFill>
                  <a:srgbClr val="1811F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Technology</a:t>
            </a:r>
            <a:endParaRPr lang="en-US" sz="2400" dirty="0">
              <a:solidFill>
                <a:srgbClr val="1811F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Project Stage-2 </a:t>
            </a: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Review-2</a:t>
            </a:r>
            <a:endParaRPr lang="en-US" sz="2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 </a:t>
            </a:r>
          </a:p>
        </p:txBody>
      </p:sp>
      <p:sp>
        <p:nvSpPr>
          <p:cNvPr id="1048592" name="TextBox 2"/>
          <p:cNvSpPr txBox="1"/>
          <p:nvPr/>
        </p:nvSpPr>
        <p:spPr>
          <a:xfrm>
            <a:off x="2570" y="2756947"/>
            <a:ext cx="12201674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>
              <a:spcBef>
                <a:spcPts val="0"/>
              </a:spcBef>
              <a:spcAft>
                <a:spcPts val="800"/>
              </a:spcAft>
            </a:pPr>
            <a:r>
              <a:rPr lang="en-US" sz="2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Acoustic 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en-US" sz="2400" b="1" i="0" u="none" strike="noStrike" dirty="0">
                <a:solidFill>
                  <a:srgbClr val="00206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nomaly Detection In Industrial</a:t>
            </a: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Machinery Using HUBERT-Driven Hybrid Tree Learning</a:t>
            </a:r>
            <a:b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2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3" name="TextBox 3"/>
          <p:cNvSpPr txBox="1"/>
          <p:nvPr/>
        </p:nvSpPr>
        <p:spPr>
          <a:xfrm>
            <a:off x="189305" y="4433634"/>
            <a:ext cx="6793387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Supervisor:</a:t>
            </a:r>
            <a:r>
              <a:rPr lang="en-US" sz="2000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​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​ K. Supriya Suhasini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Assistant Professor</a:t>
            </a:r>
          </a:p>
        </p:txBody>
      </p:sp>
      <p:sp>
        <p:nvSpPr>
          <p:cNvPr id="1048594" name="TextBox 4"/>
          <p:cNvSpPr txBox="1"/>
          <p:nvPr/>
        </p:nvSpPr>
        <p:spPr>
          <a:xfrm>
            <a:off x="6168569" y="4153044"/>
            <a:ext cx="4310282" cy="186944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r>
              <a:rPr lang="en-US" sz="24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Batch No - 21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L. BAVITHA       (227R1A12A3)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K. MAHESH       (227R1A12A0)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V. ARJUN DAS   (237R5A1209)</a:t>
            </a:r>
          </a:p>
        </p:txBody>
      </p:sp>
      <p:pic>
        <p:nvPicPr>
          <p:cNvPr id="2097154" name="Content Placeholder 3" descr="A logo with a flower  Description automatically generate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8" y="15991"/>
            <a:ext cx="1941636" cy="16881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Title 1"/>
          <p:cNvSpPr>
            <a:spLocks noGrp="1"/>
          </p:cNvSpPr>
          <p:nvPr>
            <p:ph type="title"/>
          </p:nvPr>
        </p:nvSpPr>
        <p:spPr>
          <a:xfrm>
            <a:off x="1059873" y="4967"/>
            <a:ext cx="10463645" cy="73278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AGENDA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596" name="Content Placeholder 2"/>
          <p:cNvSpPr>
            <a:spLocks noGrp="1"/>
          </p:cNvSpPr>
          <p:nvPr>
            <p:ph sz="quarter" idx="22"/>
          </p:nvPr>
        </p:nvSpPr>
        <p:spPr>
          <a:xfrm>
            <a:off x="1454728" y="654627"/>
            <a:ext cx="5372100" cy="4925064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 of the Project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 and software requirements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and Future Enhancements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 </a:t>
            </a:r>
          </a:p>
        </p:txBody>
      </p:sp>
      <p:pic>
        <p:nvPicPr>
          <p:cNvPr id="2097155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961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Title 7"/>
          <p:cNvSpPr>
            <a:spLocks noGrp="1"/>
          </p:cNvSpPr>
          <p:nvPr>
            <p:ph type="title"/>
          </p:nvPr>
        </p:nvSpPr>
        <p:spPr>
          <a:xfrm>
            <a:off x="339437" y="1473153"/>
            <a:ext cx="11513127" cy="732663"/>
          </a:xfrm>
        </p:spPr>
        <p:txBody>
          <a:bodyPr/>
          <a:lstStyle/>
          <a:p>
            <a:pPr algn="ctr"/>
            <a:r>
              <a:rPr lang="en-IN" sz="3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AND OVERVIEW OF THE PROJECT</a:t>
            </a:r>
            <a:endParaRPr lang="en-US" sz="3500" b="1" dirty="0">
              <a:latin typeface="Times New Roman"/>
              <a:cs typeface="Times New Roman"/>
            </a:endParaRPr>
          </a:p>
        </p:txBody>
      </p:sp>
      <p:sp>
        <p:nvSpPr>
          <p:cNvPr id="1048607" name="Content Placeholder 3"/>
          <p:cNvSpPr>
            <a:spLocks noGrp="1"/>
          </p:cNvSpPr>
          <p:nvPr>
            <p:ph sz="quarter" idx="18"/>
          </p:nvPr>
        </p:nvSpPr>
        <p:spPr>
          <a:xfrm>
            <a:off x="869372" y="2457664"/>
            <a:ext cx="10453254" cy="3817970"/>
          </a:xfrm>
        </p:spPr>
        <p:txBody>
          <a:bodyPr lIns="0" tIns="0" rIns="0" bIns="0">
            <a:noAutofit/>
          </a:bodyPr>
          <a:lstStyle/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Machine condition monitoring is vital for early detection of mechanical faults in industrial environments. Traditional methods such as manual inspection and vibration-based techniques often fail to capture subtle acoustic variations, while conventional MFCC-based models struggle with noise and similar fault patterns. This work proposes a hybrid framework that combines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deep audio embeddings with a TAO Tree classifier for robust fault detection using machine sound signals. </a:t>
            </a:r>
            <a:r>
              <a:rPr 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leverages transformer-based self-supervised learning to extract high-level acoustic representations, and the TAO Tree classifier provides strong non-linear decision-making capabilities. Experimental results demonstrate that the proposed model achieves superior performance, reaching 100% accuracy across all fault categories, thereby offering a reliable and scalable solution for real-time machine condition monitoring.</a:t>
            </a:r>
            <a:endParaRPr lang="en-US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074346" y="0"/>
            <a:ext cx="1967900" cy="15777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8" name="Title 1"/>
          <p:cNvSpPr>
            <a:spLocks noGrp="1"/>
          </p:cNvSpPr>
          <p:nvPr>
            <p:ph type="title"/>
          </p:nvPr>
        </p:nvSpPr>
        <p:spPr>
          <a:xfrm>
            <a:off x="1059872" y="587283"/>
            <a:ext cx="10425647" cy="75304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9" name="Rectangle 1"/>
          <p:cNvSpPr>
            <a:spLocks noGrp="1" noChangeArrowheads="1"/>
          </p:cNvSpPr>
          <p:nvPr>
            <p:ph sz="quarter" idx="18"/>
          </p:nvPr>
        </p:nvSpPr>
        <p:spPr bwMode="auto">
          <a:xfrm>
            <a:off x="1260642" y="1951801"/>
            <a:ext cx="10425646" cy="369189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Traditional machine fault detection relies on manual inspection and basic sensors.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Operators identify abnormalities through listening and physical examination.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Tools include vibration meters, thermometers, and RPM counters; they cannot detect internal faults.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 process is sequential: manual listening, periodic inspections, static thresholds for alerts, and expert diagnosis.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Abnormal conditions trigger alerts based on fixed safety limits, lacking adaptability to changes.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Decision-making relies on human interpretation, leading to potential delays and missed faults.</a:t>
            </a:r>
          </a:p>
          <a:p>
            <a:pPr lvl="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Key steps involve: manual observation, periodic inspection, basic sensor readings, threshold monitoring, manual decision, and maintenance actions.</a:t>
            </a:r>
          </a:p>
        </p:txBody>
      </p:sp>
      <p:pic>
        <p:nvPicPr>
          <p:cNvPr id="2097157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242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0" name="Title 1"/>
          <p:cNvSpPr>
            <a:spLocks noGrp="1"/>
          </p:cNvSpPr>
          <p:nvPr>
            <p:ph type="title"/>
          </p:nvPr>
        </p:nvSpPr>
        <p:spPr>
          <a:xfrm>
            <a:off x="1059728" y="831918"/>
            <a:ext cx="10474240" cy="631122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1" name="Rectangle 1"/>
          <p:cNvSpPr>
            <a:spLocks noGrp="1" noChangeArrowheads="1"/>
          </p:cNvSpPr>
          <p:nvPr>
            <p:ph sz="quarter" idx="18"/>
          </p:nvPr>
        </p:nvSpPr>
        <p:spPr bwMode="auto">
          <a:xfrm>
            <a:off x="1059729" y="1676646"/>
            <a:ext cx="10474240" cy="374904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Relies heavily on human skill and is inconsistent, especially in noisy environments.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Early-stage faults are often missed due to subtle acoustic changes.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Fixed thresholds and manual checks cannot adapt to machine aging or varying conditions.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Time-consuming and unsuitable for continuous 24/7 monitoring.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Not scalable for large industries with many machines.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High risk of unexpected breakdowns and frequent false alarms due to non-adaptive methods.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8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41108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8" name="TextBox 31"/>
          <p:cNvSpPr txBox="1"/>
          <p:nvPr/>
        </p:nvSpPr>
        <p:spPr>
          <a:xfrm>
            <a:off x="1049481" y="976507"/>
            <a:ext cx="10931237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3600" b="1" dirty="0">
                <a:latin typeface="Times New Roman"/>
                <a:cs typeface="Times New Roman"/>
              </a:rPr>
              <a:t>PROPOSED SYSTEM </a:t>
            </a:r>
          </a:p>
        </p:txBody>
      </p:sp>
      <p:sp>
        <p:nvSpPr>
          <p:cNvPr id="1048629" name="TextBox 4"/>
          <p:cNvSpPr txBox="1"/>
          <p:nvPr/>
        </p:nvSpPr>
        <p:spPr>
          <a:xfrm>
            <a:off x="1049481" y="1867478"/>
            <a:ext cx="10395527" cy="28346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audio is collected under normal and faulty operating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signals are preprocessed to remove noise and ensure uniform sampling.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traditional audio features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embeddings are extracted.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models are trained to classify machine conditions.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Random Forest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 provides the best performance.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GUI enables real-time prediction and visualization.</a:t>
            </a:r>
          </a:p>
        </p:txBody>
      </p:sp>
      <p:pic>
        <p:nvPicPr>
          <p:cNvPr id="2097159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2003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extBox 1"/>
          <p:cNvSpPr txBox="1"/>
          <p:nvPr/>
        </p:nvSpPr>
        <p:spPr>
          <a:xfrm>
            <a:off x="1091046" y="1754204"/>
            <a:ext cx="10453254" cy="373031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/>
                <a:cs typeface="Arial"/>
              </a:rPr>
              <a:t>HuBERT</a:t>
            </a:r>
            <a:r>
              <a:rPr lang="en-US" sz="2000" dirty="0">
                <a:latin typeface="Times New Roman"/>
                <a:cs typeface="Arial"/>
              </a:rPr>
              <a:t> captures rich, high-level machine audio features beyond MFCCs.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Robust to noise and environmental variations.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Generalizes well to unseen machine faults.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Compact embeddings improve classification accuracy.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Random Forest handles non-linearity and class imbalance effectively.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Reduces confusion between similar fault sounds.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Enables fast real-time inference.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/>
                <a:cs typeface="Arial"/>
              </a:rPr>
              <a:t>Easily scalable for new fault types.</a:t>
            </a:r>
          </a:p>
        </p:txBody>
      </p:sp>
      <p:sp>
        <p:nvSpPr>
          <p:cNvPr id="1048645" name="Title 4"/>
          <p:cNvSpPr>
            <a:spLocks noGrp="1"/>
          </p:cNvSpPr>
          <p:nvPr/>
        </p:nvSpPr>
        <p:spPr>
          <a:xfrm>
            <a:off x="1439260" y="801423"/>
            <a:ext cx="9313479" cy="66613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ctr" defTabSz="914400">
              <a:lnSpc>
                <a:spcPct val="100000"/>
              </a:lnSpc>
              <a:spcBef>
                <a:spcPct val="0"/>
              </a:spcBef>
              <a:defRPr sz="5400" b="0" kern="1200" baseline="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 dirty="0">
                <a:latin typeface="Times New Roman"/>
                <a:ea typeface="+mj-lt"/>
                <a:cs typeface="+mj-lt"/>
              </a:rPr>
              <a:t>ADVANTAGES</a:t>
            </a:r>
            <a:endParaRPr lang="en-US" sz="3600" b="1" dirty="0">
              <a:latin typeface="Times New Roman"/>
              <a:cs typeface="Times New Roman"/>
            </a:endParaRPr>
          </a:p>
        </p:txBody>
      </p:sp>
      <p:pic>
        <p:nvPicPr>
          <p:cNvPr id="2097160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940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>
          <a:xfrm>
            <a:off x="541163" y="594680"/>
            <a:ext cx="10504000" cy="677026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ea typeface="+mj-lt"/>
                <a:cs typeface="Times New Roman" panose="02020603050405020304" pitchFamily="18" charset="0"/>
              </a:rPr>
              <a:t>SOFTWARE &amp; HARDWARE REQUIREMENTS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5" name="Content Placeholder 2"/>
          <p:cNvSpPr>
            <a:spLocks noGrp="1"/>
          </p:cNvSpPr>
          <p:nvPr>
            <p:ph sz="quarter" idx="37"/>
          </p:nvPr>
        </p:nvSpPr>
        <p:spPr>
          <a:xfrm>
            <a:off x="1129432" y="1861419"/>
            <a:ext cx="8845726" cy="4411673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SOFTWARE REQUIRMENTS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Python  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Operating System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GUI                                                       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HARDWARE REQUIRMENTS 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Processor 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Hard Disk  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RAM 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6" name="TextBox 4"/>
          <p:cNvSpPr txBox="1"/>
          <p:nvPr/>
        </p:nvSpPr>
        <p:spPr>
          <a:xfrm>
            <a:off x="3230184" y="2528016"/>
            <a:ext cx="293986" cy="20218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200000"/>
              </a:lnSpc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57" name="TextBox 6"/>
          <p:cNvSpPr txBox="1"/>
          <p:nvPr/>
        </p:nvSpPr>
        <p:spPr>
          <a:xfrm>
            <a:off x="3230184" y="4549856"/>
            <a:ext cx="293986" cy="15392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 algn="l">
              <a:lnSpc>
                <a:spcPct val="2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lnSpc>
                <a:spcPct val="200000"/>
              </a:lnSpc>
            </a:pPr>
            <a:r>
              <a:rPr lang="en-US" sz="160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</p:txBody>
      </p:sp>
      <p:sp>
        <p:nvSpPr>
          <p:cNvPr id="1048658" name="TextBox 7"/>
          <p:cNvSpPr txBox="1"/>
          <p:nvPr/>
        </p:nvSpPr>
        <p:spPr>
          <a:xfrm>
            <a:off x="3953705" y="4549855"/>
            <a:ext cx="2896564" cy="15392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 i3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minimum 512 GB</a:t>
            </a: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 GB</a:t>
            </a:r>
          </a:p>
        </p:txBody>
      </p:sp>
      <p:sp>
        <p:nvSpPr>
          <p:cNvPr id="1048659" name="TextBox 9"/>
          <p:cNvSpPr txBox="1"/>
          <p:nvPr/>
        </p:nvSpPr>
        <p:spPr>
          <a:xfrm>
            <a:off x="4047223" y="2528016"/>
            <a:ext cx="2514600" cy="15392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spAutoFit/>
          </a:bodyPr>
          <a:lstStyle/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3.12.0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200000"/>
              </a:lnSpc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Windows</a:t>
            </a:r>
          </a:p>
          <a:p>
            <a:pPr>
              <a:lnSpc>
                <a:spcPct val="200000"/>
              </a:lnSpc>
            </a:pPr>
            <a:r>
              <a:rPr lang="en-US" sz="1600" dirty="0" err="1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Tkinter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1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4749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0" name="Title 1"/>
          <p:cNvSpPr>
            <a:spLocks noGrp="1"/>
          </p:cNvSpPr>
          <p:nvPr>
            <p:ph type="title"/>
          </p:nvPr>
        </p:nvSpPr>
        <p:spPr>
          <a:xfrm>
            <a:off x="1049481" y="446810"/>
            <a:ext cx="10503999" cy="696190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NOVELTY OF THE PROJECT</a:t>
            </a:r>
          </a:p>
        </p:txBody>
      </p:sp>
      <p:sp>
        <p:nvSpPr>
          <p:cNvPr id="1048661" name="TextBox 4"/>
          <p:cNvSpPr txBox="1"/>
          <p:nvPr/>
        </p:nvSpPr>
        <p:spPr>
          <a:xfrm>
            <a:off x="1423555" y="1351541"/>
            <a:ext cx="10129925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Transformer-based audio intelligence for machines</a:t>
            </a:r>
          </a:p>
        </p:txBody>
      </p:sp>
      <p:sp>
        <p:nvSpPr>
          <p:cNvPr id="1048662" name="TextBox 6"/>
          <p:cNvSpPr txBox="1"/>
          <p:nvPr/>
        </p:nvSpPr>
        <p:spPr>
          <a:xfrm>
            <a:off x="1049480" y="2037137"/>
            <a:ext cx="10503999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Unlike traditional MFCC-only systems, this project uses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(a self-supervised transformer) to learn deep acoustic patterns directly from raw machine sounds, capturing subtle faults that handcrafted features miss.</a:t>
            </a:r>
          </a:p>
        </p:txBody>
      </p:sp>
      <p:sp>
        <p:nvSpPr>
          <p:cNvPr id="1048663" name="TextBox 8"/>
          <p:cNvSpPr txBox="1"/>
          <p:nvPr/>
        </p:nvSpPr>
        <p:spPr>
          <a:xfrm>
            <a:off x="1423555" y="3229964"/>
            <a:ext cx="1012992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TAO Tree architecture</a:t>
            </a:r>
          </a:p>
        </p:txBody>
      </p:sp>
      <p:sp>
        <p:nvSpPr>
          <p:cNvPr id="1048664" name="TextBox 10"/>
          <p:cNvSpPr txBox="1"/>
          <p:nvPr/>
        </p:nvSpPr>
        <p:spPr>
          <a:xfrm>
            <a:off x="1049480" y="3884182"/>
            <a:ext cx="1050399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project uniquely combines deep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embeddings with a TAO Tree (Random Forest–based decision model), achieving strong non-linear fault separation with low computational cost—rarely explored in industrial acoustic monitoring.</a:t>
            </a:r>
          </a:p>
        </p:txBody>
      </p:sp>
      <p:sp>
        <p:nvSpPr>
          <p:cNvPr id="1048665" name="TextBox 12"/>
          <p:cNvSpPr txBox="1"/>
          <p:nvPr/>
        </p:nvSpPr>
        <p:spPr>
          <a:xfrm>
            <a:off x="1423555" y="5077009"/>
            <a:ext cx="1012992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Accurate discrimination of acoustically similar faults</a:t>
            </a:r>
          </a:p>
        </p:txBody>
      </p:sp>
      <p:sp>
        <p:nvSpPr>
          <p:cNvPr id="1048666" name="TextBox 14"/>
          <p:cNvSpPr txBox="1"/>
          <p:nvPr/>
        </p:nvSpPr>
        <p:spPr>
          <a:xfrm>
            <a:off x="1049480" y="5731227"/>
            <a:ext cx="1050399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successfully differentiates air leaks, oil leaks, idling, and background noise, which are usually confused in existing MFCC-based approaches</a:t>
            </a:r>
          </a:p>
        </p:txBody>
      </p:sp>
      <p:pic>
        <p:nvPicPr>
          <p:cNvPr id="2097162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36022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7" name="Title 1"/>
          <p:cNvSpPr>
            <a:spLocks noGrp="1"/>
          </p:cNvSpPr>
          <p:nvPr>
            <p:ph type="title"/>
          </p:nvPr>
        </p:nvSpPr>
        <p:spPr>
          <a:xfrm>
            <a:off x="1423551" y="732952"/>
            <a:ext cx="10068791" cy="581891"/>
          </a:xfrm>
        </p:spPr>
        <p:txBody>
          <a:bodyPr/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Noise-robust anomaly detection</a:t>
            </a:r>
          </a:p>
        </p:txBody>
      </p:sp>
      <p:sp>
        <p:nvSpPr>
          <p:cNvPr id="1048668" name="TextBox 4"/>
          <p:cNvSpPr txBox="1"/>
          <p:nvPr/>
        </p:nvSpPr>
        <p:spPr>
          <a:xfrm>
            <a:off x="1059873" y="1530616"/>
            <a:ext cx="1043247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Transformer embeddings preserve semantic and temporal context, making the model highly resilient to industrial background noise, a major limitation in existing sound-based monitoring systems.</a:t>
            </a:r>
          </a:p>
        </p:txBody>
      </p:sp>
      <p:sp>
        <p:nvSpPr>
          <p:cNvPr id="1048669" name="TextBox 6"/>
          <p:cNvSpPr txBox="1"/>
          <p:nvPr/>
        </p:nvSpPr>
        <p:spPr>
          <a:xfrm>
            <a:off x="1423550" y="2688566"/>
            <a:ext cx="100687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Minimal sensor &amp; infrastructure requirement</a:t>
            </a:r>
          </a:p>
        </p:txBody>
      </p:sp>
      <p:sp>
        <p:nvSpPr>
          <p:cNvPr id="1048670" name="TextBox 8"/>
          <p:cNvSpPr txBox="1"/>
          <p:nvPr/>
        </p:nvSpPr>
        <p:spPr>
          <a:xfrm>
            <a:off x="1059873" y="3407606"/>
            <a:ext cx="1043247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low-cost microphones instead of vibration or contact sensors, enabling non-invasive monitoring without modifying existing machinery.</a:t>
            </a:r>
          </a:p>
        </p:txBody>
      </p:sp>
      <p:sp>
        <p:nvSpPr>
          <p:cNvPr id="1048671" name="TextBox 10"/>
          <p:cNvSpPr txBox="1"/>
          <p:nvPr/>
        </p:nvSpPr>
        <p:spPr>
          <a:xfrm>
            <a:off x="1340424" y="4569792"/>
            <a:ext cx="10068791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Industry-4.0 ready predictive maintenance model</a:t>
            </a:r>
          </a:p>
        </p:txBody>
      </p:sp>
      <p:sp>
        <p:nvSpPr>
          <p:cNvPr id="1048672" name="TextBox 12"/>
          <p:cNvSpPr txBox="1"/>
          <p:nvPr/>
        </p:nvSpPr>
        <p:spPr>
          <a:xfrm>
            <a:off x="1059873" y="5283197"/>
            <a:ext cx="1043247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scalable deployment, fast inference, and future IoT integration—aligning directly with smart factory and predictive maintenance goals.</a:t>
            </a:r>
          </a:p>
        </p:txBody>
      </p:sp>
      <p:pic>
        <p:nvPicPr>
          <p:cNvPr id="2097163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20741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3" name="Title 1"/>
          <p:cNvSpPr>
            <a:spLocks noGrp="1"/>
          </p:cNvSpPr>
          <p:nvPr>
            <p:ph type="title"/>
          </p:nvPr>
        </p:nvSpPr>
        <p:spPr>
          <a:xfrm>
            <a:off x="844000" y="394901"/>
            <a:ext cx="10504000" cy="505644"/>
          </a:xfrm>
        </p:spPr>
        <p:txBody>
          <a:bodyPr/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4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56184"/>
          </a:xfrm>
          <a:prstGeom prst="rect">
            <a:avLst/>
          </a:prstGeom>
        </p:spPr>
      </p:pic>
      <p:pic>
        <p:nvPicPr>
          <p:cNvPr id="2097165" name="Picture 2097164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630307" y="1361151"/>
            <a:ext cx="8931385" cy="4878226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4" name="Title 1"/>
          <p:cNvSpPr>
            <a:spLocks noGrp="1"/>
          </p:cNvSpPr>
          <p:nvPr>
            <p:ph type="title"/>
          </p:nvPr>
        </p:nvSpPr>
        <p:spPr>
          <a:xfrm>
            <a:off x="844000" y="484909"/>
            <a:ext cx="10504000" cy="609554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MODULES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5" name="Content Placeholder 2"/>
          <p:cNvSpPr>
            <a:spLocks noGrp="1"/>
          </p:cNvSpPr>
          <p:nvPr>
            <p:ph sz="quarter" idx="37"/>
          </p:nvPr>
        </p:nvSpPr>
        <p:spPr>
          <a:xfrm>
            <a:off x="1059873" y="1465490"/>
            <a:ext cx="10504000" cy="1354268"/>
          </a:xfrm>
        </p:spPr>
        <p:txBody>
          <a:bodyPr>
            <a:no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acoustic signals from industrial machinery are collected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uploaded.Audio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files are validated and organized based on machine condition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labels.Proper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handling ensures reliable processing and analysis.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6" name="TextBox 1"/>
          <p:cNvSpPr txBox="1"/>
          <p:nvPr/>
        </p:nvSpPr>
        <p:spPr>
          <a:xfrm>
            <a:off x="1423554" y="855936"/>
            <a:ext cx="311727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Upload Dataset</a:t>
            </a:r>
          </a:p>
        </p:txBody>
      </p:sp>
      <p:sp>
        <p:nvSpPr>
          <p:cNvPr id="1048677" name="TextBox 2"/>
          <p:cNvSpPr txBox="1"/>
          <p:nvPr/>
        </p:nvSpPr>
        <p:spPr>
          <a:xfrm>
            <a:off x="1059872" y="3352842"/>
            <a:ext cx="1063938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Acoustic features are extracted using MFCC and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techniques. MFCC captures low-level spectral and frequency characteristics of machine sounds.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extracts deep, high-level representations using a transformer-based model. The combined features improve robustness and anomaly detection performance..</a:t>
            </a:r>
          </a:p>
        </p:txBody>
      </p:sp>
      <p:sp>
        <p:nvSpPr>
          <p:cNvPr id="1048678" name="TextBox 3"/>
          <p:cNvSpPr txBox="1"/>
          <p:nvPr/>
        </p:nvSpPr>
        <p:spPr>
          <a:xfrm>
            <a:off x="1423554" y="2712206"/>
            <a:ext cx="574617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Extraction (MFCC &amp; </a:t>
            </a:r>
            <a:r>
              <a:rPr lang="en-IN" sz="25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79" name="TextBox 2"/>
          <p:cNvSpPr txBox="1"/>
          <p:nvPr/>
        </p:nvSpPr>
        <p:spPr>
          <a:xfrm>
            <a:off x="1423553" y="4884374"/>
            <a:ext cx="5514713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Splitting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0" name="TextBox 4"/>
          <p:cNvSpPr txBox="1"/>
          <p:nvPr/>
        </p:nvSpPr>
        <p:spPr>
          <a:xfrm>
            <a:off x="1059872" y="5525010"/>
            <a:ext cx="1050400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dataset is divided into training, validation, and testing sets. Class balance and data integrity are maintained. This step ensures fair evaluation and generalization.</a:t>
            </a:r>
          </a:p>
        </p:txBody>
      </p:sp>
      <p:pic>
        <p:nvPicPr>
          <p:cNvPr id="2097166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20741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Content Placeholder 2"/>
          <p:cNvSpPr>
            <a:spLocks noGrp="1"/>
          </p:cNvSpPr>
          <p:nvPr>
            <p:ph sz="quarter" idx="37"/>
          </p:nvPr>
        </p:nvSpPr>
        <p:spPr>
          <a:xfrm>
            <a:off x="1059872" y="1447048"/>
            <a:ext cx="10422083" cy="1316934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approach combines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with tree-based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classifiers.Models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such as Random Forest or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anomaly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classification.The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model learns to distinguish normal and abnormal machine sounds.</a:t>
            </a:r>
          </a:p>
        </p:txBody>
      </p:sp>
      <p:sp>
        <p:nvSpPr>
          <p:cNvPr id="1048682" name="TextBox 2"/>
          <p:cNvSpPr txBox="1"/>
          <p:nvPr/>
        </p:nvSpPr>
        <p:spPr>
          <a:xfrm>
            <a:off x="1059872" y="3505140"/>
            <a:ext cx="10422083" cy="10058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performance is measured using Accuracy, Precision, Recall, and F1-Score.Confusion matrix and ROC-AUC are used for detailed analysis. Evaluation validates the effectiveness of the system.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3" name="TextBox 3"/>
          <p:cNvSpPr txBox="1"/>
          <p:nvPr/>
        </p:nvSpPr>
        <p:spPr>
          <a:xfrm>
            <a:off x="1423554" y="766542"/>
            <a:ext cx="320725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  <a:endParaRPr lang="en-IN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4" name="TextBox 5"/>
          <p:cNvSpPr txBox="1"/>
          <p:nvPr/>
        </p:nvSpPr>
        <p:spPr>
          <a:xfrm>
            <a:off x="1423554" y="2861559"/>
            <a:ext cx="5518102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Evaluation</a:t>
            </a:r>
            <a:endParaRPr lang="en-IN" sz="2500" dirty="0"/>
          </a:p>
        </p:txBody>
      </p:sp>
      <p:sp>
        <p:nvSpPr>
          <p:cNvPr id="1048685" name="TextBox 2"/>
          <p:cNvSpPr txBox="1"/>
          <p:nvPr/>
        </p:nvSpPr>
        <p:spPr>
          <a:xfrm>
            <a:off x="1423554" y="4438980"/>
            <a:ext cx="5514714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Prediction on Test Data</a:t>
            </a:r>
          </a:p>
        </p:txBody>
      </p:sp>
      <p:sp>
        <p:nvSpPr>
          <p:cNvPr id="1048686" name="TextBox 4"/>
          <p:cNvSpPr txBox="1"/>
          <p:nvPr/>
        </p:nvSpPr>
        <p:spPr>
          <a:xfrm>
            <a:off x="1059870" y="5252138"/>
            <a:ext cx="104220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trained model is applied to unseen audio data.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are extracted and classified. Output indicates normal or anomalous machine conditions.</a:t>
            </a:r>
          </a:p>
        </p:txBody>
      </p:sp>
      <p:pic>
        <p:nvPicPr>
          <p:cNvPr id="2097167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006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7" name="Title 1"/>
          <p:cNvSpPr>
            <a:spLocks noGrp="1"/>
          </p:cNvSpPr>
          <p:nvPr>
            <p:ph type="title"/>
          </p:nvPr>
        </p:nvSpPr>
        <p:spPr>
          <a:xfrm>
            <a:off x="1059872" y="520191"/>
            <a:ext cx="10504000" cy="737108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UML DIAGRAMS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88" name="Content Placeholder 2"/>
          <p:cNvSpPr>
            <a:spLocks noGrp="1"/>
          </p:cNvSpPr>
          <p:nvPr>
            <p:ph sz="quarter" idx="37"/>
          </p:nvPr>
        </p:nvSpPr>
        <p:spPr>
          <a:xfrm>
            <a:off x="1059873" y="1381991"/>
            <a:ext cx="10503999" cy="852054"/>
          </a:xfrm>
        </p:spPr>
        <p:txBody>
          <a:bodyPr>
            <a:norm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Case Diagram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8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39406"/>
          </a:xfrm>
          <a:prstGeom prst="rect">
            <a:avLst/>
          </a:prstGeom>
        </p:spPr>
      </p:pic>
      <p:pic>
        <p:nvPicPr>
          <p:cNvPr id="2097169" name="Picture 2097168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2397705" y="1983557"/>
            <a:ext cx="7852659" cy="471827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2" name="Title 1"/>
          <p:cNvSpPr>
            <a:spLocks noGrp="1"/>
          </p:cNvSpPr>
          <p:nvPr>
            <p:ph type="title"/>
          </p:nvPr>
        </p:nvSpPr>
        <p:spPr>
          <a:xfrm>
            <a:off x="1004455" y="592929"/>
            <a:ext cx="10504000" cy="685154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0" name="Content Placeholder 3" descr="PlantUML diagram"/>
          <p:cNvPicPr>
            <a:picLocks noGrp="1" noChangeAspect="1" noChangeArrowheads="1"/>
          </p:cNvPicPr>
          <p:nvPr>
            <p:ph sz="quarter" idx="37"/>
          </p:nvPr>
        </p:nvPicPr>
        <p:blipFill>
          <a:blip r:embed="rId2"/>
          <a:srcRect/>
          <a:stretch>
            <a:fillRect/>
          </a:stretch>
        </p:blipFill>
        <p:spPr>
          <a:xfrm>
            <a:off x="1962754" y="1278083"/>
            <a:ext cx="8266491" cy="525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1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281287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Title 1"/>
          <p:cNvSpPr>
            <a:spLocks noGrp="1"/>
          </p:cNvSpPr>
          <p:nvPr>
            <p:ph type="title"/>
          </p:nvPr>
        </p:nvSpPr>
        <p:spPr>
          <a:xfrm>
            <a:off x="1080654" y="520191"/>
            <a:ext cx="10422081" cy="633200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2" name="Content Placeholder 3" descr="PlantUML diagram"/>
          <p:cNvPicPr>
            <a:picLocks noGrp="1" noChangeAspect="1" noChangeArrowheads="1"/>
          </p:cNvPicPr>
          <p:nvPr>
            <p:ph sz="quarter" idx="37"/>
          </p:nvPr>
        </p:nvPicPr>
        <p:blipFill>
          <a:blip r:embed="rId2"/>
          <a:srcRect/>
          <a:stretch>
            <a:fillRect/>
          </a:stretch>
        </p:blipFill>
        <p:spPr>
          <a:xfrm>
            <a:off x="1080655" y="1340427"/>
            <a:ext cx="10264591" cy="5205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3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174736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4" name="Title 1"/>
          <p:cNvSpPr>
            <a:spLocks noGrp="1"/>
          </p:cNvSpPr>
          <p:nvPr>
            <p:ph type="title"/>
          </p:nvPr>
        </p:nvSpPr>
        <p:spPr>
          <a:xfrm>
            <a:off x="1059872" y="468237"/>
            <a:ext cx="10411691" cy="809845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Activity Diagram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74" name="Content Placeholder 3" descr="PlantUML diagram"/>
          <p:cNvPicPr>
            <a:picLocks noGrp="1" noChangeAspect="1" noChangeArrowheads="1"/>
          </p:cNvPicPr>
          <p:nvPr>
            <p:ph sz="quarter" idx="37"/>
          </p:nvPr>
        </p:nvPicPr>
        <p:blipFill>
          <a:blip r:embed="rId2"/>
          <a:srcRect/>
          <a:stretch>
            <a:fillRect/>
          </a:stretch>
        </p:blipFill>
        <p:spPr>
          <a:xfrm>
            <a:off x="3378778" y="1443903"/>
            <a:ext cx="5434444" cy="50608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75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29097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Title 1"/>
          <p:cNvSpPr>
            <a:spLocks noGrp="1"/>
          </p:cNvSpPr>
          <p:nvPr>
            <p:ph type="title"/>
          </p:nvPr>
        </p:nvSpPr>
        <p:spPr>
          <a:xfrm>
            <a:off x="1152114" y="523806"/>
            <a:ext cx="10090850" cy="817977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Code</a:t>
            </a:r>
          </a:p>
        </p:txBody>
      </p:sp>
      <p:sp>
        <p:nvSpPr>
          <p:cNvPr id="1048696" name="TextBox 5"/>
          <p:cNvSpPr txBox="1"/>
          <p:nvPr/>
        </p:nvSpPr>
        <p:spPr>
          <a:xfrm>
            <a:off x="1152114" y="1517073"/>
            <a:ext cx="8182087" cy="4892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audio, </a:t>
            </a:r>
            <a:r>
              <a:rPr lang="en-IN" dirty="0" err="1"/>
              <a:t>sr</a:t>
            </a:r>
            <a:r>
              <a:rPr lang="en-IN" dirty="0"/>
              <a:t> = </a:t>
            </a:r>
            <a:r>
              <a:rPr lang="en-IN" dirty="0" err="1"/>
              <a:t>librosa.load</a:t>
            </a:r>
            <a:r>
              <a:rPr lang="en-IN" dirty="0"/>
              <a:t>(</a:t>
            </a:r>
            <a:r>
              <a:rPr lang="en-IN" dirty="0" err="1"/>
              <a:t>audio_path</a:t>
            </a:r>
            <a:r>
              <a:rPr lang="en-IN" dirty="0"/>
              <a:t>, </a:t>
            </a:r>
            <a:r>
              <a:rPr lang="en-IN" dirty="0" err="1"/>
              <a:t>sr</a:t>
            </a:r>
            <a:r>
              <a:rPr lang="en-IN" dirty="0"/>
              <a:t>=None)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mfccs</a:t>
            </a:r>
            <a:r>
              <a:rPr lang="en-IN" dirty="0"/>
              <a:t> = </a:t>
            </a:r>
            <a:r>
              <a:rPr lang="en-IN" dirty="0" err="1"/>
              <a:t>librosa.feature.mfcc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, </a:t>
            </a:r>
            <a:r>
              <a:rPr lang="en-IN" dirty="0" err="1"/>
              <a:t>n_mfcc</a:t>
            </a:r>
            <a:r>
              <a:rPr lang="en-IN" dirty="0"/>
              <a:t>=13)</a:t>
            </a:r>
            <a:br>
              <a:rPr lang="en-IN" dirty="0"/>
            </a:br>
            <a:r>
              <a:rPr lang="en-IN" dirty="0" err="1"/>
              <a:t>zero_crossings</a:t>
            </a:r>
            <a:r>
              <a:rPr lang="en-IN" dirty="0"/>
              <a:t> = </a:t>
            </a:r>
            <a:r>
              <a:rPr lang="en-IN" dirty="0" err="1"/>
              <a:t>librosa.feature.zero_crossing_rate</a:t>
            </a:r>
            <a:r>
              <a:rPr lang="en-IN" dirty="0"/>
              <a:t>(y=audio)</a:t>
            </a:r>
            <a:br>
              <a:rPr lang="en-IN" dirty="0"/>
            </a:br>
            <a:r>
              <a:rPr lang="en-IN" dirty="0" err="1"/>
              <a:t>spectral_centroid</a:t>
            </a:r>
            <a:r>
              <a:rPr lang="en-IN" dirty="0"/>
              <a:t> = </a:t>
            </a:r>
            <a:r>
              <a:rPr lang="en-IN" dirty="0" err="1"/>
              <a:t>librosa.feature.spectral_centroid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chroma = </a:t>
            </a:r>
            <a:r>
              <a:rPr lang="en-IN" dirty="0" err="1"/>
              <a:t>librosa.feature.chroma_stft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spectral_bandwidth</a:t>
            </a:r>
            <a:r>
              <a:rPr lang="en-IN" dirty="0"/>
              <a:t> = </a:t>
            </a:r>
            <a:r>
              <a:rPr lang="en-IN" dirty="0" err="1"/>
              <a:t>librosa.feature.spectral_bandwidth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spectral_contrast</a:t>
            </a:r>
            <a:r>
              <a:rPr lang="en-IN" dirty="0"/>
              <a:t> = </a:t>
            </a:r>
            <a:r>
              <a:rPr lang="en-IN" dirty="0" err="1"/>
              <a:t>librosa.feature.spectral_contrast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rms = </a:t>
            </a:r>
            <a:r>
              <a:rPr lang="en-IN" dirty="0" err="1"/>
              <a:t>librosa.feature.rms</a:t>
            </a:r>
            <a:r>
              <a:rPr lang="en-IN" dirty="0"/>
              <a:t>(y=audio)</a:t>
            </a:r>
            <a:br>
              <a:rPr lang="en-IN" dirty="0"/>
            </a:br>
            <a:r>
              <a:rPr lang="en-IN" dirty="0" err="1"/>
              <a:t>rolloff</a:t>
            </a:r>
            <a:r>
              <a:rPr lang="en-IN" dirty="0"/>
              <a:t> = </a:t>
            </a:r>
            <a:r>
              <a:rPr lang="en-IN" dirty="0" err="1"/>
              <a:t>librosa.feature.spectral_rolloff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, </a:t>
            </a:r>
            <a:r>
              <a:rPr lang="en-IN" dirty="0" err="1"/>
              <a:t>roll_percent</a:t>
            </a:r>
            <a:r>
              <a:rPr lang="en-IN" dirty="0"/>
              <a:t>=0.85)</a:t>
            </a:r>
            <a:br>
              <a:rPr lang="en-IN" dirty="0"/>
            </a:br>
            <a:r>
              <a:rPr lang="en-IN" dirty="0" err="1"/>
              <a:t>tonnetz</a:t>
            </a:r>
            <a:r>
              <a:rPr lang="en-IN" dirty="0"/>
              <a:t> = </a:t>
            </a:r>
            <a:r>
              <a:rPr lang="en-IN" dirty="0" err="1"/>
              <a:t>librosa.feature.tonnetz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 err="1"/>
              <a:t>mel_spectrogram</a:t>
            </a:r>
            <a:r>
              <a:rPr lang="en-IN" dirty="0"/>
              <a:t> = </a:t>
            </a:r>
            <a:r>
              <a:rPr lang="en-IN" dirty="0" err="1"/>
              <a:t>librosa.feature.melspectrogram</a:t>
            </a:r>
            <a:r>
              <a:rPr lang="en-IN" dirty="0"/>
              <a:t>(y=audio, </a:t>
            </a:r>
            <a:r>
              <a:rPr lang="en-IN" dirty="0" err="1"/>
              <a:t>sr</a:t>
            </a:r>
            <a:r>
              <a:rPr lang="en-IN" dirty="0"/>
              <a:t>=</a:t>
            </a:r>
            <a:r>
              <a:rPr lang="en-IN" dirty="0" err="1"/>
              <a:t>sr</a:t>
            </a:r>
            <a:r>
              <a:rPr lang="en-IN" dirty="0"/>
              <a:t>)</a:t>
            </a:r>
            <a:br>
              <a:rPr lang="en-IN" dirty="0"/>
            </a:br>
            <a:br>
              <a:rPr lang="en-IN" dirty="0"/>
            </a:br>
            <a:r>
              <a:rPr lang="en-IN" dirty="0"/>
              <a:t>features = </a:t>
            </a:r>
            <a:r>
              <a:rPr lang="en-IN" dirty="0" err="1"/>
              <a:t>np.concatenate</a:t>
            </a:r>
            <a:r>
              <a:rPr lang="en-IN" dirty="0"/>
              <a:t>((</a:t>
            </a:r>
            <a:br>
              <a:rPr lang="en-IN" dirty="0"/>
            </a:br>
            <a:r>
              <a:rPr lang="en-IN" dirty="0" err="1"/>
              <a:t>mfccs.flatten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zero_crossings.flatten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spectral_centroid.flatten</a:t>
            </a:r>
            <a:r>
              <a:rPr lang="en-IN" dirty="0"/>
              <a:t>(),</a:t>
            </a:r>
            <a:br>
              <a:rPr lang="en-IN" dirty="0"/>
            </a:br>
            <a:endParaRPr lang="en-IN" dirty="0"/>
          </a:p>
        </p:txBody>
      </p:sp>
      <p:pic>
        <p:nvPicPr>
          <p:cNvPr id="2097176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281287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TextBox 4"/>
          <p:cNvSpPr txBox="1"/>
          <p:nvPr/>
        </p:nvSpPr>
        <p:spPr>
          <a:xfrm>
            <a:off x="1155989" y="844863"/>
            <a:ext cx="6094268" cy="5158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chroma.flatten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spectral_bandwidth.flatten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spectral_contrast.flatten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rms.flatten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rolloff.flatten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tonnetz.flatten</a:t>
            </a:r>
            <a:r>
              <a:rPr lang="en-IN" dirty="0"/>
              <a:t>(),</a:t>
            </a:r>
            <a:br>
              <a:rPr lang="en-IN" dirty="0"/>
            </a:br>
            <a:r>
              <a:rPr lang="en-IN" dirty="0" err="1"/>
              <a:t>mel_spectrogram.flatten</a:t>
            </a:r>
            <a:r>
              <a:rPr lang="en-IN" dirty="0"/>
              <a:t>()</a:t>
            </a:r>
            <a:br>
              <a:rPr lang="en-IN" dirty="0"/>
            </a:br>
            <a:r>
              <a:rPr lang="en-IN" dirty="0"/>
              <a:t>), axis=0)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max_length</a:t>
            </a:r>
            <a:r>
              <a:rPr lang="en-IN" dirty="0"/>
              <a:t> = 3000</a:t>
            </a:r>
            <a:br>
              <a:rPr lang="en-IN" dirty="0"/>
            </a:br>
            <a:r>
              <a:rPr lang="en-IN" dirty="0"/>
              <a:t>if </a:t>
            </a:r>
            <a:r>
              <a:rPr lang="en-IN" dirty="0" err="1"/>
              <a:t>len</a:t>
            </a:r>
            <a:r>
              <a:rPr lang="en-IN" dirty="0"/>
              <a:t>(features) &lt; </a:t>
            </a:r>
            <a:r>
              <a:rPr lang="en-IN" dirty="0" err="1"/>
              <a:t>max_length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features = </a:t>
            </a:r>
            <a:r>
              <a:rPr lang="en-IN" dirty="0" err="1"/>
              <a:t>np.pad</a:t>
            </a:r>
            <a:r>
              <a:rPr lang="en-IN" dirty="0"/>
              <a:t>(features, (0, </a:t>
            </a:r>
            <a:r>
              <a:rPr lang="en-IN" dirty="0" err="1"/>
              <a:t>max_length</a:t>
            </a:r>
            <a:r>
              <a:rPr lang="en-IN" dirty="0"/>
              <a:t> - </a:t>
            </a:r>
            <a:r>
              <a:rPr lang="en-IN" dirty="0" err="1"/>
              <a:t>len</a:t>
            </a:r>
            <a:r>
              <a:rPr lang="en-IN" dirty="0"/>
              <a:t>(features)), mode='constant')</a:t>
            </a:r>
            <a:br>
              <a:rPr lang="en-IN" dirty="0"/>
            </a:br>
            <a:r>
              <a:rPr lang="en-IN" dirty="0"/>
              <a:t>else:</a:t>
            </a:r>
            <a:br>
              <a:rPr lang="en-IN" dirty="0"/>
            </a:br>
            <a:r>
              <a:rPr lang="en-IN" dirty="0"/>
              <a:t>features = features[:</a:t>
            </a:r>
            <a:r>
              <a:rPr lang="en-IN" dirty="0" err="1"/>
              <a:t>max_length</a:t>
            </a:r>
            <a:r>
              <a:rPr lang="en-IN" dirty="0"/>
              <a:t>]</a:t>
            </a:r>
            <a:br>
              <a:rPr lang="en-IN" dirty="0"/>
            </a:br>
            <a:br>
              <a:rPr lang="en-IN" dirty="0"/>
            </a:br>
            <a:r>
              <a:rPr lang="en-IN" dirty="0" err="1"/>
              <a:t>X_list.append</a:t>
            </a:r>
            <a:r>
              <a:rPr lang="en-IN" dirty="0"/>
              <a:t>(features)</a:t>
            </a:r>
            <a:br>
              <a:rPr lang="en-IN" dirty="0"/>
            </a:br>
            <a:r>
              <a:rPr lang="en-IN" dirty="0" err="1"/>
              <a:t>label_name</a:t>
            </a:r>
            <a:r>
              <a:rPr lang="en-IN" dirty="0"/>
              <a:t> = </a:t>
            </a:r>
            <a:r>
              <a:rPr lang="en-IN" dirty="0" err="1"/>
              <a:t>os.path.basename</a:t>
            </a:r>
            <a:r>
              <a:rPr lang="en-IN" dirty="0"/>
              <a:t>(root)</a:t>
            </a:r>
            <a:br>
              <a:rPr lang="en-IN" dirty="0"/>
            </a:br>
            <a:r>
              <a:rPr lang="en-IN" dirty="0" err="1"/>
              <a:t>Y_list.append</a:t>
            </a:r>
            <a:r>
              <a:rPr lang="en-IN" dirty="0"/>
              <a:t>(</a:t>
            </a:r>
            <a:r>
              <a:rPr lang="en-IN" dirty="0" err="1"/>
              <a:t>categories.index</a:t>
            </a:r>
            <a:r>
              <a:rPr lang="en-IN" dirty="0"/>
              <a:t>(</a:t>
            </a:r>
            <a:r>
              <a:rPr lang="en-IN" dirty="0" err="1"/>
              <a:t>label_name</a:t>
            </a:r>
            <a:r>
              <a:rPr lang="en-IN" dirty="0"/>
              <a:t>))</a:t>
            </a:r>
          </a:p>
        </p:txBody>
      </p:sp>
      <p:pic>
        <p:nvPicPr>
          <p:cNvPr id="2097177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8" name="Title 1"/>
          <p:cNvSpPr>
            <a:spLocks noGrp="1"/>
          </p:cNvSpPr>
          <p:nvPr>
            <p:ph type="title"/>
          </p:nvPr>
        </p:nvSpPr>
        <p:spPr>
          <a:xfrm>
            <a:off x="894521" y="375549"/>
            <a:ext cx="10712124" cy="73650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2097178" name="Picture 2" descr="A screenshot of a computer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6174" y="1846082"/>
            <a:ext cx="8208818" cy="4636369"/>
          </a:xfrm>
          <a:prstGeom prst="rect">
            <a:avLst/>
          </a:prstGeom>
        </p:spPr>
      </p:pic>
      <p:sp>
        <p:nvSpPr>
          <p:cNvPr id="1048699" name="TextBox 4"/>
          <p:cNvSpPr txBox="1"/>
          <p:nvPr/>
        </p:nvSpPr>
        <p:spPr>
          <a:xfrm>
            <a:off x="988039" y="1200603"/>
            <a:ext cx="6097656" cy="624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Main GUI Interface of the Acoustic Fault Detection System.</a:t>
            </a:r>
            <a:endParaRPr lang="en-IN" b="1" dirty="0"/>
          </a:p>
        </p:txBody>
      </p:sp>
      <p:pic>
        <p:nvPicPr>
          <p:cNvPr id="2097179" name="Content Placeholder 3" descr="A logo with a flower  Description automatically generated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0" name="Picture 3" descr="A screenshot of a computer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44436" y="1641577"/>
            <a:ext cx="7876310" cy="4541013"/>
          </a:xfrm>
          <a:prstGeom prst="rect">
            <a:avLst/>
          </a:prstGeom>
        </p:spPr>
      </p:pic>
      <p:sp>
        <p:nvSpPr>
          <p:cNvPr id="1048703" name="TextBox 5"/>
          <p:cNvSpPr txBox="1"/>
          <p:nvPr/>
        </p:nvSpPr>
        <p:spPr>
          <a:xfrm>
            <a:off x="917035" y="820696"/>
            <a:ext cx="680341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Dataset Upload Confirmation and Category Detection Display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97181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2" name="Picture 3" descr="A screenshot of a computer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7176" y="1918252"/>
            <a:ext cx="8643505" cy="4409812"/>
          </a:xfrm>
          <a:prstGeom prst="rect">
            <a:avLst/>
          </a:prstGeom>
        </p:spPr>
      </p:pic>
      <p:sp>
        <p:nvSpPr>
          <p:cNvPr id="1048704" name="TextBox 5"/>
          <p:cNvSpPr txBox="1"/>
          <p:nvPr/>
        </p:nvSpPr>
        <p:spPr>
          <a:xfrm>
            <a:off x="640886" y="891437"/>
            <a:ext cx="8063119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 Loaded MFCC Feature Arrays (X and Y) with Class Distribution Plot.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97183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3" descr="A screenshot of a computer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0677" y="1625233"/>
            <a:ext cx="8595088" cy="4780511"/>
          </a:xfrm>
          <a:prstGeom prst="rect">
            <a:avLst/>
          </a:prstGeom>
        </p:spPr>
      </p:pic>
      <p:sp>
        <p:nvSpPr>
          <p:cNvPr id="1048705" name="TextBox 5"/>
          <p:cNvSpPr txBox="1"/>
          <p:nvPr/>
        </p:nvSpPr>
        <p:spPr>
          <a:xfrm>
            <a:off x="862220" y="811183"/>
            <a:ext cx="6097656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Train–Test Split Distribution for Acoustic Fault Dataset.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97185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6" name="Picture 3" descr="A graph of blue squares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601" y="2092756"/>
            <a:ext cx="5514464" cy="3946955"/>
          </a:xfrm>
          <a:prstGeom prst="rect">
            <a:avLst/>
          </a:prstGeom>
        </p:spPr>
      </p:pic>
      <p:sp>
        <p:nvSpPr>
          <p:cNvPr id="1048706" name="TextBox 5"/>
          <p:cNvSpPr txBox="1"/>
          <p:nvPr/>
        </p:nvSpPr>
        <p:spPr>
          <a:xfrm>
            <a:off x="840610" y="818289"/>
            <a:ext cx="6192982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IN" sz="1800" b="1" kern="1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Logistic Regression – Confusion Matrix &amp; ROC Curve</a:t>
            </a:r>
            <a:endParaRPr lang="en-IN" sz="1800" b="1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097187" name="Picture 6" descr="A graph of a logistic regression  AI-generated content may be incorrect.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919" y="1926500"/>
            <a:ext cx="5158408" cy="3946956"/>
          </a:xfrm>
          <a:prstGeom prst="rect">
            <a:avLst/>
          </a:prstGeom>
        </p:spPr>
      </p:pic>
      <p:pic>
        <p:nvPicPr>
          <p:cNvPr id="2097188" name="Content Placeholder 3" descr="A logo with a flower  Description automatically generated"/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9" name="Picture 6" descr="A graph of blue squares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409" y="1892785"/>
            <a:ext cx="5420591" cy="4104409"/>
          </a:xfrm>
          <a:prstGeom prst="rect">
            <a:avLst/>
          </a:prstGeom>
        </p:spPr>
      </p:pic>
      <p:sp>
        <p:nvSpPr>
          <p:cNvPr id="1048710" name="TextBox 8"/>
          <p:cNvSpPr txBox="1"/>
          <p:nvPr/>
        </p:nvSpPr>
        <p:spPr>
          <a:xfrm>
            <a:off x="675408" y="860806"/>
            <a:ext cx="74814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 Linear Discriminant Analysis (LDA) – Confusion Matrix &amp; ROC Curve </a:t>
            </a:r>
            <a:endParaRPr lang="en-IN" b="1" dirty="0"/>
          </a:p>
        </p:txBody>
      </p:sp>
      <p:pic>
        <p:nvPicPr>
          <p:cNvPr id="2097190" name="Picture 9" descr="A graph of a line graph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8103" y="1820048"/>
            <a:ext cx="5258488" cy="4104409"/>
          </a:xfrm>
          <a:prstGeom prst="rect">
            <a:avLst/>
          </a:prstGeom>
        </p:spPr>
      </p:pic>
      <p:pic>
        <p:nvPicPr>
          <p:cNvPr id="2097191" name="Content Placeholder 3" descr="A logo with a flower  Description automatically generated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2" name="Picture 4" descr="A screenshot of a graph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8813" y="1966743"/>
            <a:ext cx="5279923" cy="3946430"/>
          </a:xfrm>
          <a:prstGeom prst="rect">
            <a:avLst/>
          </a:prstGeom>
        </p:spPr>
      </p:pic>
      <p:sp>
        <p:nvSpPr>
          <p:cNvPr id="1048711" name="TextBox 6"/>
          <p:cNvSpPr txBox="1"/>
          <p:nvPr/>
        </p:nvSpPr>
        <p:spPr>
          <a:xfrm>
            <a:off x="705465" y="802215"/>
            <a:ext cx="57992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HUBERT + Tao Tree – Confusion Matrix &amp;ROC curve</a:t>
            </a:r>
            <a:endParaRPr lang="en-IN" b="1" dirty="0"/>
          </a:p>
        </p:txBody>
      </p:sp>
      <p:pic>
        <p:nvPicPr>
          <p:cNvPr id="2097193" name="Picture 7" descr="A graph of a function  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739" y="1824131"/>
            <a:ext cx="5166515" cy="4231653"/>
          </a:xfrm>
          <a:prstGeom prst="rect">
            <a:avLst/>
          </a:prstGeom>
        </p:spPr>
      </p:pic>
      <p:pic>
        <p:nvPicPr>
          <p:cNvPr id="2097194" name="Content Placeholder 3" descr="A logo with a flower  Description automatically generated"/>
          <p:cNvPicPr>
            <a:picLocks/>
          </p:cNvPicPr>
          <p:nvPr/>
        </p:nvPicPr>
        <p:blipFill>
          <a:blip r:embed="rId4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95" name="Picture 3" descr="A screen shot of a sound wave  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6454" y="1638587"/>
            <a:ext cx="9019309" cy="3915808"/>
          </a:xfrm>
          <a:prstGeom prst="rect">
            <a:avLst/>
          </a:prstGeom>
        </p:spPr>
      </p:pic>
      <p:sp>
        <p:nvSpPr>
          <p:cNvPr id="1048712" name="TextBox 5"/>
          <p:cNvSpPr txBox="1"/>
          <p:nvPr/>
        </p:nvSpPr>
        <p:spPr>
          <a:xfrm>
            <a:off x="1082056" y="934273"/>
            <a:ext cx="601493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800" b="1" dirty="0">
                <a:effectLst/>
                <a:latin typeface="Times New Roman" panose="02020603050405020304" pitchFamily="18" charset="0"/>
                <a:ea typeface="Aptos" panose="020B0004020202020204" pitchFamily="34" charset="0"/>
              </a:rPr>
              <a:t>Predicted Output Waveform for Audio Sample: Air Leak.</a:t>
            </a:r>
            <a:endParaRPr lang="en-IN" b="1" dirty="0"/>
          </a:p>
        </p:txBody>
      </p:sp>
      <p:pic>
        <p:nvPicPr>
          <p:cNvPr id="2097196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3" name="Title 1"/>
          <p:cNvSpPr>
            <a:spLocks noGrp="1"/>
          </p:cNvSpPr>
          <p:nvPr>
            <p:ph type="title"/>
          </p:nvPr>
        </p:nvSpPr>
        <p:spPr>
          <a:xfrm>
            <a:off x="1192695" y="677035"/>
            <a:ext cx="10504000" cy="617234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 &amp; Future Enhancement</a:t>
            </a:r>
          </a:p>
        </p:txBody>
      </p:sp>
      <p:sp>
        <p:nvSpPr>
          <p:cNvPr id="1048714" name="Rectangle 1"/>
          <p:cNvSpPr>
            <a:spLocks noChangeArrowheads="1"/>
          </p:cNvSpPr>
          <p:nvPr/>
        </p:nvSpPr>
        <p:spPr bwMode="auto">
          <a:xfrm>
            <a:off x="1192695" y="1609979"/>
            <a:ext cx="9253331" cy="4244339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project proposed an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intelligent acoustic anomaly detection system for industrial machinery.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</a:t>
            </a:r>
            <a:r>
              <a:rPr kumimoji="0" lang="en-US" altLang="en-US" sz="20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HuBERT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deep audio embeddings with tree-based machine learning models,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improves fault detection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model effectively identifies subtle acoustic differences in machine sounds.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  <a:endParaRPr lang="en-US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IoT sensors and cloud platforms for real-time industrial monitoring.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as a web-based or mobile monitoring system for remote access.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of deep learning models such as CNNs or Transformers for improved generalization.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97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Title 1"/>
          <p:cNvSpPr>
            <a:spLocks noGrp="1"/>
          </p:cNvSpPr>
          <p:nvPr>
            <p:ph type="title"/>
          </p:nvPr>
        </p:nvSpPr>
        <p:spPr>
          <a:xfrm>
            <a:off x="1241566" y="497686"/>
            <a:ext cx="9824752" cy="695739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1048716" name="TextBox 5"/>
          <p:cNvSpPr txBox="1"/>
          <p:nvPr/>
        </p:nvSpPr>
        <p:spPr>
          <a:xfrm>
            <a:off x="1175717" y="1764052"/>
            <a:ext cx="10046465" cy="4701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Foggia, P.; Petkov, N.; Saggese, A.;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Strisciuglio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N.; Vento, M. Audio Surveillance of Roads: A System for Detecting Anomalous Sounds. IEEE Trans. ITS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17, 279–288.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Ntalampiras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Potamitis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I.;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Fakotakis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N. Probabilistic Novelty Detection for Acoustic Surveillance Under Real-World Conditions. IEEE Trans.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Multimed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13, 713–719.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Koizumi, Y.; Saito, S.; Uematsu, H.; Harada, N. Optimizing Acoustic Feature Extractor for Anomalous Sound Detection Based on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NeymanPearson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Lemma. In Proceedings of the 2017 25th European Signal Processing Conference (EUSIPCO), Kos, Greece, 28 August–2 September 2017.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Wang, Y.; Zheng, Y.; Zhang, Y.; Xie, Y.; Xu, S.; Hu, Y.; He, L. Unsupervised Anomalous Sound Detection for Machine Condition Monitoring Using Classification-Based Methods. Appl. Sci. 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2021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 11, 11128. </a:t>
            </a:r>
            <a:r>
              <a:rPr lang="en-IN" u="sng" dirty="0">
                <a:latin typeface="Times New Roman" panose="02020603050405020304" pitchFamily="18" charset="0"/>
                <a:cs typeface="Times New Roman" panose="02020603050405020304" pitchFamily="18" charset="0"/>
                <a:hlinkClick r:id="rId2"/>
              </a:rPr>
              <a:t>https://doi.org/10.3390/app112311128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IN" dirty="0"/>
          </a:p>
        </p:txBody>
      </p:sp>
      <p:pic>
        <p:nvPicPr>
          <p:cNvPr id="2097198" name="Content Placeholder 3" descr="A logo with a flower  Description automatically generated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7" name="Title 1"/>
          <p:cNvSpPr>
            <a:spLocks noGrp="1"/>
          </p:cNvSpPr>
          <p:nvPr>
            <p:ph type="title"/>
          </p:nvPr>
        </p:nvSpPr>
        <p:spPr>
          <a:xfrm>
            <a:off x="1077570" y="956867"/>
            <a:ext cx="10352430" cy="655983"/>
          </a:xfrm>
        </p:spPr>
        <p:txBody>
          <a:bodyPr/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GitHub Link</a:t>
            </a:r>
          </a:p>
        </p:txBody>
      </p:sp>
      <p:sp>
        <p:nvSpPr>
          <p:cNvPr id="1048718" name="TextBox 3"/>
          <p:cNvSpPr txBox="1"/>
          <p:nvPr/>
        </p:nvSpPr>
        <p:spPr>
          <a:xfrm>
            <a:off x="1490852" y="2471990"/>
            <a:ext cx="952586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/>
              <a:t> https://github.com/bavithalalapudi04-bit/hubert-driven-hybrid-tree-learning-for-industrial-acoustic-anomaly-detection</a:t>
            </a:r>
          </a:p>
        </p:txBody>
      </p:sp>
      <p:pic>
        <p:nvPicPr>
          <p:cNvPr id="2097199" name="Content Placeholder 3" descr="A logo with a flower  Description automatically generated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0250364" y="4967"/>
            <a:ext cx="1941636" cy="13030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2" name="Rectangle 26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2097200" name="Picture 6" descr="thank you - banner, speech bubble, label, ribbon template. vector stock illustration - thank-you stock illustrations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438400" y="1662545"/>
            <a:ext cx="7315200" cy="353290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Blue Warm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company overview001">
      <a:majorFont>
        <a:latin typeface="Franklin Gothic Heavy"/>
        <a:ea typeface=""/>
        <a:cs typeface=""/>
      </a:majorFont>
      <a:minorFont>
        <a:latin typeface="Arial"/>
        <a:ea typeface=""/>
        <a:cs typeface=""/>
      </a:minorFont>
    </a:fontScheme>
    <a:fmtScheme name="OfficePLUS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TaxCatchAll xmlns="38de0ec0-4312-429b-9ba4-a6f7899b86f2" xsi:nil="true"/>
    <_ip_UnifiedCompliancePolicyProperties xmlns="http://schemas.microsoft.com/sharepoint/v3" xsi:nil="true"/>
    <lcf76f155ced4ddcb4097134ff3c332f xmlns="21705155-b4ce-4c69-95dc-4fd6cb8c55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D426489A-1F77-465A-B70A-937944345F89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38de0ec0-4312-429b-9ba4-a6f7899b86f2"/>
    <ds:schemaRef ds:uri="21705155-b4ce-4c69-95dc-4fd6cb8c557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1765</Words>
  <Application>Microsoft Office PowerPoint</Application>
  <PresentationFormat>Widescreen</PresentationFormat>
  <Paragraphs>153</Paragraphs>
  <Slides>31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6" baseType="lpstr">
      <vt:lpstr>Aptos</vt:lpstr>
      <vt:lpstr>Arial</vt:lpstr>
      <vt:lpstr>Franklin Gothic Heavy</vt:lpstr>
      <vt:lpstr>Times New Roman</vt:lpstr>
      <vt:lpstr>Custom</vt:lpstr>
      <vt:lpstr>PowerPoint Presentation</vt:lpstr>
      <vt:lpstr>AGENDA</vt:lpstr>
      <vt:lpstr>INTRODUCTION AND OVERVIEW OF THE PROJECT</vt:lpstr>
      <vt:lpstr>EXISTING SYSTEM </vt:lpstr>
      <vt:lpstr>DISADVANTAGES </vt:lpstr>
      <vt:lpstr>PowerPoint Presentation</vt:lpstr>
      <vt:lpstr>PowerPoint Presentation</vt:lpstr>
      <vt:lpstr>SOFTWARE &amp; HARDWARE REQUIREMENTS</vt:lpstr>
      <vt:lpstr>NOVELTY OF THE PROJECT</vt:lpstr>
      <vt:lpstr>Noise-robust anomaly detection</vt:lpstr>
      <vt:lpstr>SYSTEM ARCHITECTURE</vt:lpstr>
      <vt:lpstr> MODULES</vt:lpstr>
      <vt:lpstr>PowerPoint Presentation</vt:lpstr>
      <vt:lpstr>UML DIAGRAMS</vt:lpstr>
      <vt:lpstr>Class Diagram</vt:lpstr>
      <vt:lpstr>Sequence Diagram</vt:lpstr>
      <vt:lpstr>Activity Diagram</vt:lpstr>
      <vt:lpstr>Source Code</vt:lpstr>
      <vt:lpstr>PowerPoint Presentation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Conclusion &amp; Future Enhancement</vt:lpstr>
      <vt:lpstr>References</vt:lpstr>
      <vt:lpstr>GitHub Link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Amaan</dc:creator>
  <cp:lastModifiedBy>BAVITHA LALAPUDI</cp:lastModifiedBy>
  <cp:revision>1</cp:revision>
  <dcterms:created xsi:type="dcterms:W3CDTF">2025-03-21T00:10:49Z</dcterms:created>
  <dcterms:modified xsi:type="dcterms:W3CDTF">2026-03-27T13:19:19Z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0x0101001867FBBEFD40724CA20725D6B3094130</vt:lpwstr>
  </property>
  <property fmtid="{D5CDD505-2E9C-101B-9397-08002B2CF9AE}" pid="3" name="ICV">
    <vt:lpwstr>644d756111694cba880ba98de392ea80</vt:lpwstr>
  </property>
</Properties>
</file>